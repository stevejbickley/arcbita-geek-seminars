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mp" ContentType="image/png"/>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theme/theme2.xml" ContentType="application/vnd.openxmlformats-officedocument.them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heme/theme3.xml" ContentType="application/vnd.openxmlformats-officedocument.theme+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notesSlides/notesSlide1.xml" ContentType="application/vnd.openxmlformats-officedocument.presentationml.notesSlide+xml"/>
  <Override PartName="/ppt/tags/tag20.xml" ContentType="application/vnd.openxmlformats-officedocument.presentationml.tags+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 id="2147483681" r:id="rId2"/>
  </p:sldMasterIdLst>
  <p:notesMasterIdLst>
    <p:notesMasterId r:id="rId29"/>
  </p:notesMasterIdLst>
  <p:sldIdLst>
    <p:sldId id="356" r:id="rId3"/>
    <p:sldId id="360" r:id="rId4"/>
    <p:sldId id="329" r:id="rId5"/>
    <p:sldId id="330" r:id="rId6"/>
    <p:sldId id="331" r:id="rId7"/>
    <p:sldId id="348" r:id="rId8"/>
    <p:sldId id="266" r:id="rId9"/>
    <p:sldId id="361" r:id="rId10"/>
    <p:sldId id="422" r:id="rId11"/>
    <p:sldId id="259" r:id="rId12"/>
    <p:sldId id="349" r:id="rId13"/>
    <p:sldId id="359" r:id="rId14"/>
    <p:sldId id="268" r:id="rId15"/>
    <p:sldId id="543" r:id="rId16"/>
    <p:sldId id="337" r:id="rId17"/>
    <p:sldId id="350" r:id="rId18"/>
    <p:sldId id="351" r:id="rId19"/>
    <p:sldId id="357" r:id="rId20"/>
    <p:sldId id="352" r:id="rId21"/>
    <p:sldId id="353" r:id="rId22"/>
    <p:sldId id="354" r:id="rId23"/>
    <p:sldId id="281" r:id="rId24"/>
    <p:sldId id="355" r:id="rId25"/>
    <p:sldId id="358" r:id="rId26"/>
    <p:sldId id="274" r:id="rId27"/>
    <p:sldId id="551" r:id="rId2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C50E8D9-EC41-48A9-9C26-C2A949B1DEBC}" v="206" dt="2025-12-01T05:08:11.70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036" autoAdjust="0"/>
    <p:restoredTop sz="94660"/>
  </p:normalViewPr>
  <p:slideViewPr>
    <p:cSldViewPr snapToGrid="0">
      <p:cViewPr varScale="1">
        <p:scale>
          <a:sx n="67" d="100"/>
          <a:sy n="67" d="100"/>
        </p:scale>
        <p:origin x="520" y="48"/>
      </p:cViewPr>
      <p:guideLst/>
    </p:cSldViewPr>
  </p:slideViewPr>
  <p:notesTextViewPr>
    <p:cViewPr>
      <p:scale>
        <a:sx n="1" d="1"/>
        <a:sy n="1" d="1"/>
      </p:scale>
      <p:origin x="0" y="0"/>
    </p:cViewPr>
  </p:notesTextViewPr>
  <p:sorterViewPr>
    <p:cViewPr varScale="1">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 Type="http://schemas.openxmlformats.org/officeDocument/2006/relationships/slide" Target="slides/slide1.xml"/><Relationship Id="rId21" Type="http://schemas.openxmlformats.org/officeDocument/2006/relationships/slide" Target="slides/slide19.xml"/><Relationship Id="rId34" Type="http://schemas.microsoft.com/office/2016/11/relationships/changesInfo" Target="changesInfos/changesInfo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tableStyles" Target="tableStyles.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theme" Target="theme/theme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viewProps" Target="viewProp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presProps" Target="presProps.xml"/><Relationship Id="rId35" Type="http://schemas.microsoft.com/office/2015/10/relationships/revisionInfo" Target="revisionInfo.xml"/><Relationship Id="rId8" Type="http://schemas.openxmlformats.org/officeDocument/2006/relationships/slide" Target="slides/slide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Lynn Woodward" userId="53114994-16a7-4f93-8773-b57ec5475bfa" providerId="ADAL" clId="{2C50E8D9-EC41-48A9-9C26-C2A949B1DEBC}"/>
    <pc:docChg chg="undo custSel addSld delSld modSld sldOrd delMainMaster">
      <pc:chgData name="Lynn Woodward" userId="53114994-16a7-4f93-8773-b57ec5475bfa" providerId="ADAL" clId="{2C50E8D9-EC41-48A9-9C26-C2A949B1DEBC}" dt="2025-12-01T05:08:21.098" v="5478" actId="2696"/>
      <pc:docMkLst>
        <pc:docMk/>
      </pc:docMkLst>
      <pc:sldChg chg="modSp del mod">
        <pc:chgData name="Lynn Woodward" userId="53114994-16a7-4f93-8773-b57ec5475bfa" providerId="ADAL" clId="{2C50E8D9-EC41-48A9-9C26-C2A949B1DEBC}" dt="2025-11-29T21:19:42.089" v="4056" actId="2696"/>
        <pc:sldMkLst>
          <pc:docMk/>
          <pc:sldMk cId="1143541185" sldId="256"/>
        </pc:sldMkLst>
      </pc:sldChg>
      <pc:sldChg chg="add">
        <pc:chgData name="Lynn Woodward" userId="53114994-16a7-4f93-8773-b57ec5475bfa" providerId="ADAL" clId="{2C50E8D9-EC41-48A9-9C26-C2A949B1DEBC}" dt="2025-11-29T22:16:25.387" v="5463"/>
        <pc:sldMkLst>
          <pc:docMk/>
          <pc:sldMk cId="485736520" sldId="259"/>
        </pc:sldMkLst>
      </pc:sldChg>
      <pc:sldChg chg="modSp mod">
        <pc:chgData name="Lynn Woodward" userId="53114994-16a7-4f93-8773-b57ec5475bfa" providerId="ADAL" clId="{2C50E8D9-EC41-48A9-9C26-C2A949B1DEBC}" dt="2025-11-29T21:59:49.002" v="5099" actId="12"/>
        <pc:sldMkLst>
          <pc:docMk/>
          <pc:sldMk cId="0" sldId="266"/>
        </pc:sldMkLst>
        <pc:spChg chg="mod">
          <ac:chgData name="Lynn Woodward" userId="53114994-16a7-4f93-8773-b57ec5475bfa" providerId="ADAL" clId="{2C50E8D9-EC41-48A9-9C26-C2A949B1DEBC}" dt="2025-11-29T21:59:49.002" v="5099" actId="12"/>
          <ac:spMkLst>
            <pc:docMk/>
            <pc:sldMk cId="0" sldId="266"/>
            <ac:spMk id="24579" creationId="{51B02920-E4FF-84E9-F0BE-92488E2F51CE}"/>
          </ac:spMkLst>
        </pc:spChg>
      </pc:sldChg>
      <pc:sldChg chg="modSp del mod modAnim">
        <pc:chgData name="Lynn Woodward" userId="53114994-16a7-4f93-8773-b57ec5475bfa" providerId="ADAL" clId="{2C50E8D9-EC41-48A9-9C26-C2A949B1DEBC}" dt="2025-11-29T22:23:08.553" v="5469" actId="2696"/>
        <pc:sldMkLst>
          <pc:docMk/>
          <pc:sldMk cId="0" sldId="267"/>
        </pc:sldMkLst>
      </pc:sldChg>
      <pc:sldChg chg="ord">
        <pc:chgData name="Lynn Woodward" userId="53114994-16a7-4f93-8773-b57ec5475bfa" providerId="ADAL" clId="{2C50E8D9-EC41-48A9-9C26-C2A949B1DEBC}" dt="2025-11-29T21:27:58.364" v="4195"/>
        <pc:sldMkLst>
          <pc:docMk/>
          <pc:sldMk cId="0" sldId="268"/>
        </pc:sldMkLst>
      </pc:sldChg>
      <pc:sldChg chg="del ord">
        <pc:chgData name="Lynn Woodward" userId="53114994-16a7-4f93-8773-b57ec5475bfa" providerId="ADAL" clId="{2C50E8D9-EC41-48A9-9C26-C2A949B1DEBC}" dt="2025-12-01T05:08:21.098" v="5478" actId="2696"/>
        <pc:sldMkLst>
          <pc:docMk/>
          <pc:sldMk cId="2277954327" sldId="273"/>
        </pc:sldMkLst>
      </pc:sldChg>
      <pc:sldChg chg="del">
        <pc:chgData name="Lynn Woodward" userId="53114994-16a7-4f93-8773-b57ec5475bfa" providerId="ADAL" clId="{2C50E8D9-EC41-48A9-9C26-C2A949B1DEBC}" dt="2025-11-28T05:07:27.370" v="654" actId="2696"/>
        <pc:sldMkLst>
          <pc:docMk/>
          <pc:sldMk cId="220164600" sldId="274"/>
        </pc:sldMkLst>
      </pc:sldChg>
      <pc:sldChg chg="del">
        <pc:chgData name="Lynn Woodward" userId="53114994-16a7-4f93-8773-b57ec5475bfa" providerId="ADAL" clId="{2C50E8D9-EC41-48A9-9C26-C2A949B1DEBC}" dt="2025-11-28T05:11:16.932" v="754" actId="2696"/>
        <pc:sldMkLst>
          <pc:docMk/>
          <pc:sldMk cId="1770339833" sldId="275"/>
        </pc:sldMkLst>
      </pc:sldChg>
      <pc:sldChg chg="del">
        <pc:chgData name="Lynn Woodward" userId="53114994-16a7-4f93-8773-b57ec5475bfa" providerId="ADAL" clId="{2C50E8D9-EC41-48A9-9C26-C2A949B1DEBC}" dt="2025-11-28T05:23:04.561" v="1092" actId="2696"/>
        <pc:sldMkLst>
          <pc:docMk/>
          <pc:sldMk cId="1477317764" sldId="276"/>
        </pc:sldMkLst>
      </pc:sldChg>
      <pc:sldChg chg="addSp delSp modSp new del mod modClrScheme chgLayout">
        <pc:chgData name="Lynn Woodward" userId="53114994-16a7-4f93-8773-b57ec5475bfa" providerId="ADAL" clId="{2C50E8D9-EC41-48A9-9C26-C2A949B1DEBC}" dt="2025-11-29T21:16:46.537" v="4031" actId="2696"/>
        <pc:sldMkLst>
          <pc:docMk/>
          <pc:sldMk cId="2238765816" sldId="277"/>
        </pc:sldMkLst>
      </pc:sldChg>
      <pc:sldChg chg="addSp new del mod">
        <pc:chgData name="Lynn Woodward" userId="53114994-16a7-4f93-8773-b57ec5475bfa" providerId="ADAL" clId="{2C50E8D9-EC41-48A9-9C26-C2A949B1DEBC}" dt="2025-11-28T06:27:41.587" v="1669" actId="2696"/>
        <pc:sldMkLst>
          <pc:docMk/>
          <pc:sldMk cId="2326420211" sldId="278"/>
        </pc:sldMkLst>
      </pc:sldChg>
      <pc:sldChg chg="modSp new del mod">
        <pc:chgData name="Lynn Woodward" userId="53114994-16a7-4f93-8773-b57ec5475bfa" providerId="ADAL" clId="{2C50E8D9-EC41-48A9-9C26-C2A949B1DEBC}" dt="2025-11-28T06:09:12.727" v="1630" actId="2696"/>
        <pc:sldMkLst>
          <pc:docMk/>
          <pc:sldMk cId="2190899954" sldId="279"/>
        </pc:sldMkLst>
      </pc:sldChg>
      <pc:sldChg chg="addSp new del mod">
        <pc:chgData name="Lynn Woodward" userId="53114994-16a7-4f93-8773-b57ec5475bfa" providerId="ADAL" clId="{2C50E8D9-EC41-48A9-9C26-C2A949B1DEBC}" dt="2025-11-29T21:48:48.026" v="4801" actId="2696"/>
        <pc:sldMkLst>
          <pc:docMk/>
          <pc:sldMk cId="1884377706" sldId="280"/>
        </pc:sldMkLst>
      </pc:sldChg>
      <pc:sldChg chg="addSp modSp new mod modClrScheme chgLayout">
        <pc:chgData name="Lynn Woodward" userId="53114994-16a7-4f93-8773-b57ec5475bfa" providerId="ADAL" clId="{2C50E8D9-EC41-48A9-9C26-C2A949B1DEBC}" dt="2025-11-28T06:59:37.994" v="3347" actId="20577"/>
        <pc:sldMkLst>
          <pc:docMk/>
          <pc:sldMk cId="3244748493" sldId="281"/>
        </pc:sldMkLst>
        <pc:spChg chg="mod ord">
          <ac:chgData name="Lynn Woodward" userId="53114994-16a7-4f93-8773-b57ec5475bfa" providerId="ADAL" clId="{2C50E8D9-EC41-48A9-9C26-C2A949B1DEBC}" dt="2025-11-28T06:49:01.791" v="3164" actId="20577"/>
          <ac:spMkLst>
            <pc:docMk/>
            <pc:sldMk cId="3244748493" sldId="281"/>
            <ac:spMk id="2" creationId="{63D3AC52-5856-BD53-BDF5-6866CCAB05EE}"/>
          </ac:spMkLst>
        </pc:spChg>
        <pc:spChg chg="mod ord">
          <ac:chgData name="Lynn Woodward" userId="53114994-16a7-4f93-8773-b57ec5475bfa" providerId="ADAL" clId="{2C50E8D9-EC41-48A9-9C26-C2A949B1DEBC}" dt="2025-11-28T06:47:42.924" v="2934" actId="700"/>
          <ac:spMkLst>
            <pc:docMk/>
            <pc:sldMk cId="3244748493" sldId="281"/>
            <ac:spMk id="3" creationId="{B3D15F3C-EA40-A827-4498-E9DFF0486172}"/>
          </ac:spMkLst>
        </pc:spChg>
        <pc:spChg chg="mod ord">
          <ac:chgData name="Lynn Woodward" userId="53114994-16a7-4f93-8773-b57ec5475bfa" providerId="ADAL" clId="{2C50E8D9-EC41-48A9-9C26-C2A949B1DEBC}" dt="2025-11-28T06:47:42.924" v="2934" actId="700"/>
          <ac:spMkLst>
            <pc:docMk/>
            <pc:sldMk cId="3244748493" sldId="281"/>
            <ac:spMk id="4" creationId="{8F60F794-4404-B702-51A0-2614114DDC66}"/>
          </ac:spMkLst>
        </pc:spChg>
        <pc:spChg chg="add mod ord">
          <ac:chgData name="Lynn Woodward" userId="53114994-16a7-4f93-8773-b57ec5475bfa" providerId="ADAL" clId="{2C50E8D9-EC41-48A9-9C26-C2A949B1DEBC}" dt="2025-11-28T06:59:37.994" v="3347" actId="20577"/>
          <ac:spMkLst>
            <pc:docMk/>
            <pc:sldMk cId="3244748493" sldId="281"/>
            <ac:spMk id="5" creationId="{DB4E3A2C-E614-80C2-00E2-BEA2D8AF7118}"/>
          </ac:spMkLst>
        </pc:spChg>
      </pc:sldChg>
      <pc:sldChg chg="modSp new del">
        <pc:chgData name="Lynn Woodward" userId="53114994-16a7-4f93-8773-b57ec5475bfa" providerId="ADAL" clId="{2C50E8D9-EC41-48A9-9C26-C2A949B1DEBC}" dt="2025-11-29T21:58:44.771" v="5097" actId="2696"/>
        <pc:sldMkLst>
          <pc:docMk/>
          <pc:sldMk cId="4095122586" sldId="282"/>
        </pc:sldMkLst>
      </pc:sldChg>
      <pc:sldChg chg="modSp new del mod">
        <pc:chgData name="Lynn Woodward" userId="53114994-16a7-4f93-8773-b57ec5475bfa" providerId="ADAL" clId="{2C50E8D9-EC41-48A9-9C26-C2A949B1DEBC}" dt="2025-11-29T21:48:25.274" v="4800" actId="2696"/>
        <pc:sldMkLst>
          <pc:docMk/>
          <pc:sldMk cId="3014325135" sldId="283"/>
        </pc:sldMkLst>
      </pc:sldChg>
      <pc:sldChg chg="modSp new del mod">
        <pc:chgData name="Lynn Woodward" userId="53114994-16a7-4f93-8773-b57ec5475bfa" providerId="ADAL" clId="{2C50E8D9-EC41-48A9-9C26-C2A949B1DEBC}" dt="2025-11-29T21:58:49.362" v="5098" actId="2696"/>
        <pc:sldMkLst>
          <pc:docMk/>
          <pc:sldMk cId="1939175049" sldId="284"/>
        </pc:sldMkLst>
      </pc:sldChg>
      <pc:sldChg chg="new del">
        <pc:chgData name="Lynn Woodward" userId="53114994-16a7-4f93-8773-b57ec5475bfa" providerId="ADAL" clId="{2C50E8D9-EC41-48A9-9C26-C2A949B1DEBC}" dt="2025-11-29T21:21:20.160" v="4183" actId="2696"/>
        <pc:sldMkLst>
          <pc:docMk/>
          <pc:sldMk cId="513938922" sldId="285"/>
        </pc:sldMkLst>
      </pc:sldChg>
      <pc:sldChg chg="modSp new del mod">
        <pc:chgData name="Lynn Woodward" userId="53114994-16a7-4f93-8773-b57ec5475bfa" providerId="ADAL" clId="{2C50E8D9-EC41-48A9-9C26-C2A949B1DEBC}" dt="2025-11-28T06:00:31.614" v="1625" actId="2696"/>
        <pc:sldMkLst>
          <pc:docMk/>
          <pc:sldMk cId="3110887218" sldId="286"/>
        </pc:sldMkLst>
      </pc:sldChg>
      <pc:sldChg chg="modSp del mod ord">
        <pc:chgData name="Lynn Woodward" userId="53114994-16a7-4f93-8773-b57ec5475bfa" providerId="ADAL" clId="{2C50E8D9-EC41-48A9-9C26-C2A949B1DEBC}" dt="2025-11-29T22:22:39.558" v="5468" actId="2696"/>
        <pc:sldMkLst>
          <pc:docMk/>
          <pc:sldMk cId="0" sldId="315"/>
        </pc:sldMkLst>
      </pc:sldChg>
      <pc:sldChg chg="modSp mod">
        <pc:chgData name="Lynn Woodward" userId="53114994-16a7-4f93-8773-b57ec5475bfa" providerId="ADAL" clId="{2C50E8D9-EC41-48A9-9C26-C2A949B1DEBC}" dt="2025-11-28T04:54:38.728" v="474" actId="1076"/>
        <pc:sldMkLst>
          <pc:docMk/>
          <pc:sldMk cId="0" sldId="329"/>
        </pc:sldMkLst>
        <pc:spChg chg="mod">
          <ac:chgData name="Lynn Woodward" userId="53114994-16a7-4f93-8773-b57ec5475bfa" providerId="ADAL" clId="{2C50E8D9-EC41-48A9-9C26-C2A949B1DEBC}" dt="2025-11-28T04:54:28.314" v="471" actId="27636"/>
          <ac:spMkLst>
            <pc:docMk/>
            <pc:sldMk cId="0" sldId="329"/>
            <ac:spMk id="3" creationId="{899E1D9D-3C3E-1C90-E06A-BA185EAC9CB9}"/>
          </ac:spMkLst>
        </pc:spChg>
        <pc:picChg chg="mod">
          <ac:chgData name="Lynn Woodward" userId="53114994-16a7-4f93-8773-b57ec5475bfa" providerId="ADAL" clId="{2C50E8D9-EC41-48A9-9C26-C2A949B1DEBC}" dt="2025-11-28T04:54:33.704" v="472" actId="1076"/>
          <ac:picMkLst>
            <pc:docMk/>
            <pc:sldMk cId="0" sldId="329"/>
            <ac:picMk id="30725" creationId="{5EF07914-3773-EDA2-FD88-48B59B26F8D3}"/>
          </ac:picMkLst>
        </pc:picChg>
        <pc:picChg chg="mod">
          <ac:chgData name="Lynn Woodward" userId="53114994-16a7-4f93-8773-b57ec5475bfa" providerId="ADAL" clId="{2C50E8D9-EC41-48A9-9C26-C2A949B1DEBC}" dt="2025-11-28T04:54:35.496" v="473" actId="1076"/>
          <ac:picMkLst>
            <pc:docMk/>
            <pc:sldMk cId="0" sldId="329"/>
            <ac:picMk id="30726" creationId="{EF4D0586-378A-8402-3B84-ED8D5068F2C1}"/>
          </ac:picMkLst>
        </pc:picChg>
        <pc:picChg chg="mod">
          <ac:chgData name="Lynn Woodward" userId="53114994-16a7-4f93-8773-b57ec5475bfa" providerId="ADAL" clId="{2C50E8D9-EC41-48A9-9C26-C2A949B1DEBC}" dt="2025-11-28T04:54:38.728" v="474" actId="1076"/>
          <ac:picMkLst>
            <pc:docMk/>
            <pc:sldMk cId="0" sldId="329"/>
            <ac:picMk id="30727" creationId="{9E9DAD61-D8C4-A0E4-5E84-240331AA5490}"/>
          </ac:picMkLst>
        </pc:picChg>
      </pc:sldChg>
      <pc:sldChg chg="modSp mod">
        <pc:chgData name="Lynn Woodward" userId="53114994-16a7-4f93-8773-b57ec5475bfa" providerId="ADAL" clId="{2C50E8D9-EC41-48A9-9C26-C2A949B1DEBC}" dt="2025-11-28T04:55:46.578" v="484" actId="20577"/>
        <pc:sldMkLst>
          <pc:docMk/>
          <pc:sldMk cId="0" sldId="330"/>
        </pc:sldMkLst>
        <pc:spChg chg="mod">
          <ac:chgData name="Lynn Woodward" userId="53114994-16a7-4f93-8773-b57ec5475bfa" providerId="ADAL" clId="{2C50E8D9-EC41-48A9-9C26-C2A949B1DEBC}" dt="2025-11-28T04:55:46.578" v="484" actId="20577"/>
          <ac:spMkLst>
            <pc:docMk/>
            <pc:sldMk cId="0" sldId="330"/>
            <ac:spMk id="2" creationId="{139113F0-0491-7801-9676-E2A00C2FFB90}"/>
          </ac:spMkLst>
        </pc:spChg>
        <pc:spChg chg="mod">
          <ac:chgData name="Lynn Woodward" userId="53114994-16a7-4f93-8773-b57ec5475bfa" providerId="ADAL" clId="{2C50E8D9-EC41-48A9-9C26-C2A949B1DEBC}" dt="2025-11-28T04:55:18.753" v="475" actId="27636"/>
          <ac:spMkLst>
            <pc:docMk/>
            <pc:sldMk cId="0" sldId="330"/>
            <ac:spMk id="22530" creationId="{531F7307-3C86-A615-1C2F-8D478EE82FB9}"/>
          </ac:spMkLst>
        </pc:spChg>
        <pc:picChg chg="mod">
          <ac:chgData name="Lynn Woodward" userId="53114994-16a7-4f93-8773-b57ec5475bfa" providerId="ADAL" clId="{2C50E8D9-EC41-48A9-9C26-C2A949B1DEBC}" dt="2025-11-28T04:55:24.890" v="476" actId="1076"/>
          <ac:picMkLst>
            <pc:docMk/>
            <pc:sldMk cId="0" sldId="330"/>
            <ac:picMk id="31747" creationId="{3B014249-AB5B-CF5D-887D-3FAACBAEC46E}"/>
          </ac:picMkLst>
        </pc:picChg>
        <pc:picChg chg="mod">
          <ac:chgData name="Lynn Woodward" userId="53114994-16a7-4f93-8773-b57ec5475bfa" providerId="ADAL" clId="{2C50E8D9-EC41-48A9-9C26-C2A949B1DEBC}" dt="2025-11-28T04:55:34.194" v="480" actId="1076"/>
          <ac:picMkLst>
            <pc:docMk/>
            <pc:sldMk cId="0" sldId="330"/>
            <ac:picMk id="31748" creationId="{96BA7DDF-1C4E-5384-AB4E-7E5B15E24CB8}"/>
          </ac:picMkLst>
        </pc:picChg>
        <pc:picChg chg="mod">
          <ac:chgData name="Lynn Woodward" userId="53114994-16a7-4f93-8773-b57ec5475bfa" providerId="ADAL" clId="{2C50E8D9-EC41-48A9-9C26-C2A949B1DEBC}" dt="2025-11-28T04:55:37.388" v="482" actId="1076"/>
          <ac:picMkLst>
            <pc:docMk/>
            <pc:sldMk cId="0" sldId="330"/>
            <ac:picMk id="31749" creationId="{DA5FD977-5A05-5E59-AC98-F6F65F416B30}"/>
          </ac:picMkLst>
        </pc:picChg>
        <pc:picChg chg="mod">
          <ac:chgData name="Lynn Woodward" userId="53114994-16a7-4f93-8773-b57ec5475bfa" providerId="ADAL" clId="{2C50E8D9-EC41-48A9-9C26-C2A949B1DEBC}" dt="2025-11-28T04:55:35.688" v="481" actId="1076"/>
          <ac:picMkLst>
            <pc:docMk/>
            <pc:sldMk cId="0" sldId="330"/>
            <ac:picMk id="31750" creationId="{F0C5EB31-5709-65B2-390E-86C36CD2244E}"/>
          </ac:picMkLst>
        </pc:picChg>
        <pc:picChg chg="mod">
          <ac:chgData name="Lynn Woodward" userId="53114994-16a7-4f93-8773-b57ec5475bfa" providerId="ADAL" clId="{2C50E8D9-EC41-48A9-9C26-C2A949B1DEBC}" dt="2025-11-28T04:55:39.011" v="483" actId="1076"/>
          <ac:picMkLst>
            <pc:docMk/>
            <pc:sldMk cId="0" sldId="330"/>
            <ac:picMk id="31751" creationId="{8C185A81-4E78-B4F4-A917-6ED1E5C6A3A0}"/>
          </ac:picMkLst>
        </pc:picChg>
        <pc:picChg chg="mod">
          <ac:chgData name="Lynn Woodward" userId="53114994-16a7-4f93-8773-b57ec5475bfa" providerId="ADAL" clId="{2C50E8D9-EC41-48A9-9C26-C2A949B1DEBC}" dt="2025-11-28T04:55:28.659" v="477" actId="1076"/>
          <ac:picMkLst>
            <pc:docMk/>
            <pc:sldMk cId="0" sldId="330"/>
            <ac:picMk id="31752" creationId="{2F2A94B1-D5D5-172A-03D9-0CE54D37D62A}"/>
          </ac:picMkLst>
        </pc:picChg>
        <pc:picChg chg="mod">
          <ac:chgData name="Lynn Woodward" userId="53114994-16a7-4f93-8773-b57ec5475bfa" providerId="ADAL" clId="{2C50E8D9-EC41-48A9-9C26-C2A949B1DEBC}" dt="2025-11-28T04:55:32.291" v="479" actId="1076"/>
          <ac:picMkLst>
            <pc:docMk/>
            <pc:sldMk cId="0" sldId="330"/>
            <ac:picMk id="31753" creationId="{8C78C89A-6A4A-1656-969F-72B0E7430EE7}"/>
          </ac:picMkLst>
        </pc:picChg>
        <pc:picChg chg="mod">
          <ac:chgData name="Lynn Woodward" userId="53114994-16a7-4f93-8773-b57ec5475bfa" providerId="ADAL" clId="{2C50E8D9-EC41-48A9-9C26-C2A949B1DEBC}" dt="2025-11-28T04:55:30.197" v="478" actId="1076"/>
          <ac:picMkLst>
            <pc:docMk/>
            <pc:sldMk cId="0" sldId="330"/>
            <ac:picMk id="31754" creationId="{67DF199D-42C0-6310-C211-ABEE3245B089}"/>
          </ac:picMkLst>
        </pc:picChg>
      </pc:sldChg>
      <pc:sldChg chg="modSp mod">
        <pc:chgData name="Lynn Woodward" userId="53114994-16a7-4f93-8773-b57ec5475bfa" providerId="ADAL" clId="{2C50E8D9-EC41-48A9-9C26-C2A949B1DEBC}" dt="2025-11-28T04:56:41.106" v="485" actId="27636"/>
        <pc:sldMkLst>
          <pc:docMk/>
          <pc:sldMk cId="0" sldId="331"/>
        </pc:sldMkLst>
        <pc:spChg chg="mod">
          <ac:chgData name="Lynn Woodward" userId="53114994-16a7-4f93-8773-b57ec5475bfa" providerId="ADAL" clId="{2C50E8D9-EC41-48A9-9C26-C2A949B1DEBC}" dt="2025-11-28T04:56:41.106" v="485" actId="27636"/>
          <ac:spMkLst>
            <pc:docMk/>
            <pc:sldMk cId="0" sldId="331"/>
            <ac:spMk id="23554" creationId="{7DBFC196-6329-A85A-E82D-C6CE820069C7}"/>
          </ac:spMkLst>
        </pc:spChg>
      </pc:sldChg>
      <pc:sldChg chg="delSp modSp mod modAnim">
        <pc:chgData name="Lynn Woodward" userId="53114994-16a7-4f93-8773-b57ec5475bfa" providerId="ADAL" clId="{2C50E8D9-EC41-48A9-9C26-C2A949B1DEBC}" dt="2025-11-28T06:19:31.540" v="1668" actId="478"/>
        <pc:sldMkLst>
          <pc:docMk/>
          <pc:sldMk cId="0" sldId="337"/>
        </pc:sldMkLst>
        <pc:spChg chg="mod">
          <ac:chgData name="Lynn Woodward" userId="53114994-16a7-4f93-8773-b57ec5475bfa" providerId="ADAL" clId="{2C50E8D9-EC41-48A9-9C26-C2A949B1DEBC}" dt="2025-11-28T06:16:19.607" v="1632" actId="14100"/>
          <ac:spMkLst>
            <pc:docMk/>
            <pc:sldMk cId="0" sldId="337"/>
            <ac:spMk id="7" creationId="{3AA3FF97-BB33-18E1-0312-12D31DB9191B}"/>
          </ac:spMkLst>
        </pc:spChg>
        <pc:spChg chg="mod">
          <ac:chgData name="Lynn Woodward" userId="53114994-16a7-4f93-8773-b57ec5475bfa" providerId="ADAL" clId="{2C50E8D9-EC41-48A9-9C26-C2A949B1DEBC}" dt="2025-11-28T06:19:07.592" v="1667" actId="20577"/>
          <ac:spMkLst>
            <pc:docMk/>
            <pc:sldMk cId="0" sldId="337"/>
            <ac:spMk id="8" creationId="{F72B92EB-E072-725F-8988-0F8FB21AFEBA}"/>
          </ac:spMkLst>
        </pc:spChg>
      </pc:sldChg>
      <pc:sldChg chg="modSp new mod ord">
        <pc:chgData name="Lynn Woodward" userId="53114994-16a7-4f93-8773-b57ec5475bfa" providerId="ADAL" clId="{2C50E8D9-EC41-48A9-9C26-C2A949B1DEBC}" dt="2025-11-29T22:08:19.251" v="5461"/>
        <pc:sldMkLst>
          <pc:docMk/>
          <pc:sldMk cId="1462233579" sldId="349"/>
        </pc:sldMkLst>
        <pc:spChg chg="mod">
          <ac:chgData name="Lynn Woodward" userId="53114994-16a7-4f93-8773-b57ec5475bfa" providerId="ADAL" clId="{2C50E8D9-EC41-48A9-9C26-C2A949B1DEBC}" dt="2025-11-28T05:14:12.184" v="1091" actId="20577"/>
          <ac:spMkLst>
            <pc:docMk/>
            <pc:sldMk cId="1462233579" sldId="349"/>
            <ac:spMk id="2" creationId="{5FA9A450-3B5B-A229-485D-FC11F2A96009}"/>
          </ac:spMkLst>
        </pc:spChg>
        <pc:spChg chg="mod">
          <ac:chgData name="Lynn Woodward" userId="53114994-16a7-4f93-8773-b57ec5475bfa" providerId="ADAL" clId="{2C50E8D9-EC41-48A9-9C26-C2A949B1DEBC}" dt="2025-11-28T05:12:49.329" v="806" actId="20577"/>
          <ac:spMkLst>
            <pc:docMk/>
            <pc:sldMk cId="1462233579" sldId="349"/>
            <ac:spMk id="3" creationId="{16E8E701-87BC-1FF1-90A8-C1E409D294B4}"/>
          </ac:spMkLst>
        </pc:spChg>
      </pc:sldChg>
      <pc:sldChg chg="addSp modSp mod ord">
        <pc:chgData name="Lynn Woodward" userId="53114994-16a7-4f93-8773-b57ec5475bfa" providerId="ADAL" clId="{2C50E8D9-EC41-48A9-9C26-C2A949B1DEBC}" dt="2025-11-29T21:22:46.850" v="4193"/>
        <pc:sldMkLst>
          <pc:docMk/>
          <pc:sldMk cId="2504296624" sldId="350"/>
        </pc:sldMkLst>
        <pc:spChg chg="add mod">
          <ac:chgData name="Lynn Woodward" userId="53114994-16a7-4f93-8773-b57ec5475bfa" providerId="ADAL" clId="{2C50E8D9-EC41-48A9-9C26-C2A949B1DEBC}" dt="2025-11-28T05:30:58.444" v="1097" actId="1582"/>
          <ac:spMkLst>
            <pc:docMk/>
            <pc:sldMk cId="2504296624" sldId="350"/>
            <ac:spMk id="3" creationId="{5CF3C593-4C52-D38B-16A0-DACF092850AF}"/>
          </ac:spMkLst>
        </pc:spChg>
        <pc:spChg chg="add mod">
          <ac:chgData name="Lynn Woodward" userId="53114994-16a7-4f93-8773-b57ec5475bfa" providerId="ADAL" clId="{2C50E8D9-EC41-48A9-9C26-C2A949B1DEBC}" dt="2025-11-28T05:31:47.168" v="1107" actId="1076"/>
          <ac:spMkLst>
            <pc:docMk/>
            <pc:sldMk cId="2504296624" sldId="350"/>
            <ac:spMk id="4" creationId="{55C7C1BF-75B2-81B6-4DEB-715317EF0F7C}"/>
          </ac:spMkLst>
        </pc:spChg>
      </pc:sldChg>
      <pc:sldChg chg="modSp new mod">
        <pc:chgData name="Lynn Woodward" userId="53114994-16a7-4f93-8773-b57ec5475bfa" providerId="ADAL" clId="{2C50E8D9-EC41-48A9-9C26-C2A949B1DEBC}" dt="2025-11-28T06:01:06.618" v="1628" actId="27636"/>
        <pc:sldMkLst>
          <pc:docMk/>
          <pc:sldMk cId="1646344878" sldId="351"/>
        </pc:sldMkLst>
        <pc:spChg chg="mod">
          <ac:chgData name="Lynn Woodward" userId="53114994-16a7-4f93-8773-b57ec5475bfa" providerId="ADAL" clId="{2C50E8D9-EC41-48A9-9C26-C2A949B1DEBC}" dt="2025-11-28T06:01:06.618" v="1628" actId="27636"/>
          <ac:spMkLst>
            <pc:docMk/>
            <pc:sldMk cId="1646344878" sldId="351"/>
            <ac:spMk id="2" creationId="{0E8AB70A-F9EB-C989-2876-14B07CE4D16D}"/>
          </ac:spMkLst>
        </pc:spChg>
        <pc:spChg chg="mod">
          <ac:chgData name="Lynn Woodward" userId="53114994-16a7-4f93-8773-b57ec5475bfa" providerId="ADAL" clId="{2C50E8D9-EC41-48A9-9C26-C2A949B1DEBC}" dt="2025-11-28T05:35:49.015" v="1251" actId="20577"/>
          <ac:spMkLst>
            <pc:docMk/>
            <pc:sldMk cId="1646344878" sldId="351"/>
            <ac:spMk id="3" creationId="{2505224A-B376-057C-C61F-A04A9AF644C0}"/>
          </ac:spMkLst>
        </pc:spChg>
      </pc:sldChg>
      <pc:sldChg chg="modSp new mod">
        <pc:chgData name="Lynn Woodward" userId="53114994-16a7-4f93-8773-b57ec5475bfa" providerId="ADAL" clId="{2C50E8D9-EC41-48A9-9C26-C2A949B1DEBC}" dt="2025-11-28T06:29:40.196" v="1998" actId="20577"/>
        <pc:sldMkLst>
          <pc:docMk/>
          <pc:sldMk cId="2403400336" sldId="352"/>
        </pc:sldMkLst>
        <pc:spChg chg="mod">
          <ac:chgData name="Lynn Woodward" userId="53114994-16a7-4f93-8773-b57ec5475bfa" providerId="ADAL" clId="{2C50E8D9-EC41-48A9-9C26-C2A949B1DEBC}" dt="2025-11-28T06:29:40.196" v="1998" actId="20577"/>
          <ac:spMkLst>
            <pc:docMk/>
            <pc:sldMk cId="2403400336" sldId="352"/>
            <ac:spMk id="3" creationId="{BB12CFD6-9F16-B211-6295-8E26CF5D8B2D}"/>
          </ac:spMkLst>
        </pc:spChg>
        <pc:spChg chg="mod">
          <ac:chgData name="Lynn Woodward" userId="53114994-16a7-4f93-8773-b57ec5475bfa" providerId="ADAL" clId="{2C50E8D9-EC41-48A9-9C26-C2A949B1DEBC}" dt="2025-11-28T06:28:50.985" v="1819" actId="20577"/>
          <ac:spMkLst>
            <pc:docMk/>
            <pc:sldMk cId="2403400336" sldId="352"/>
            <ac:spMk id="4" creationId="{11A9EB6E-90E6-D3CB-C5CE-84BE1C73CF14}"/>
          </ac:spMkLst>
        </pc:spChg>
      </pc:sldChg>
      <pc:sldChg chg="modSp new del mod">
        <pc:chgData name="Lynn Woodward" userId="53114994-16a7-4f93-8773-b57ec5475bfa" providerId="ADAL" clId="{2C50E8D9-EC41-48A9-9C26-C2A949B1DEBC}" dt="2025-11-28T06:01:20.789" v="1629" actId="2696"/>
        <pc:sldMkLst>
          <pc:docMk/>
          <pc:sldMk cId="2688152956" sldId="352"/>
        </pc:sldMkLst>
      </pc:sldChg>
      <pc:sldChg chg="modSp new mod">
        <pc:chgData name="Lynn Woodward" userId="53114994-16a7-4f93-8773-b57ec5475bfa" providerId="ADAL" clId="{2C50E8D9-EC41-48A9-9C26-C2A949B1DEBC}" dt="2025-11-28T06:41:46.625" v="2530" actId="20577"/>
        <pc:sldMkLst>
          <pc:docMk/>
          <pc:sldMk cId="1126865709" sldId="353"/>
        </pc:sldMkLst>
        <pc:spChg chg="mod">
          <ac:chgData name="Lynn Woodward" userId="53114994-16a7-4f93-8773-b57ec5475bfa" providerId="ADAL" clId="{2C50E8D9-EC41-48A9-9C26-C2A949B1DEBC}" dt="2025-11-28T06:41:46.625" v="2530" actId="20577"/>
          <ac:spMkLst>
            <pc:docMk/>
            <pc:sldMk cId="1126865709" sldId="353"/>
            <ac:spMk id="3" creationId="{9F3CE0F6-A562-4733-D4D4-5C4E563A543F}"/>
          </ac:spMkLst>
        </pc:spChg>
        <pc:spChg chg="mod">
          <ac:chgData name="Lynn Woodward" userId="53114994-16a7-4f93-8773-b57ec5475bfa" providerId="ADAL" clId="{2C50E8D9-EC41-48A9-9C26-C2A949B1DEBC}" dt="2025-11-28T06:38:23.223" v="2041" actId="20577"/>
          <ac:spMkLst>
            <pc:docMk/>
            <pc:sldMk cId="1126865709" sldId="353"/>
            <ac:spMk id="4" creationId="{E43BE673-1F0B-3ADA-D2B9-10983D1A62CB}"/>
          </ac:spMkLst>
        </pc:spChg>
      </pc:sldChg>
      <pc:sldChg chg="modSp new mod">
        <pc:chgData name="Lynn Woodward" userId="53114994-16a7-4f93-8773-b57ec5475bfa" providerId="ADAL" clId="{2C50E8D9-EC41-48A9-9C26-C2A949B1DEBC}" dt="2025-11-28T06:44:07.415" v="2815" actId="20577"/>
        <pc:sldMkLst>
          <pc:docMk/>
          <pc:sldMk cId="281455192" sldId="354"/>
        </pc:sldMkLst>
        <pc:spChg chg="mod">
          <ac:chgData name="Lynn Woodward" userId="53114994-16a7-4f93-8773-b57ec5475bfa" providerId="ADAL" clId="{2C50E8D9-EC41-48A9-9C26-C2A949B1DEBC}" dt="2025-11-28T06:43:48.110" v="2798" actId="20577"/>
          <ac:spMkLst>
            <pc:docMk/>
            <pc:sldMk cId="281455192" sldId="354"/>
            <ac:spMk id="3" creationId="{62B73133-2A87-9943-19B1-765C707F2688}"/>
          </ac:spMkLst>
        </pc:spChg>
        <pc:spChg chg="mod">
          <ac:chgData name="Lynn Woodward" userId="53114994-16a7-4f93-8773-b57ec5475bfa" providerId="ADAL" clId="{2C50E8D9-EC41-48A9-9C26-C2A949B1DEBC}" dt="2025-11-28T06:44:07.415" v="2815" actId="20577"/>
          <ac:spMkLst>
            <pc:docMk/>
            <pc:sldMk cId="281455192" sldId="354"/>
            <ac:spMk id="4" creationId="{9405A510-892C-4126-7929-6E71757DE4EC}"/>
          </ac:spMkLst>
        </pc:spChg>
      </pc:sldChg>
      <pc:sldChg chg="addSp delSp modSp new mod ord modClrScheme chgLayout">
        <pc:chgData name="Lynn Woodward" userId="53114994-16a7-4f93-8773-b57ec5475bfa" providerId="ADAL" clId="{2C50E8D9-EC41-48A9-9C26-C2A949B1DEBC}" dt="2025-11-29T21:46:24.101" v="4799"/>
        <pc:sldMkLst>
          <pc:docMk/>
          <pc:sldMk cId="3192929907" sldId="355"/>
        </pc:sldMkLst>
        <pc:spChg chg="mod ord">
          <ac:chgData name="Lynn Woodward" userId="53114994-16a7-4f93-8773-b57ec5475bfa" providerId="ADAL" clId="{2C50E8D9-EC41-48A9-9C26-C2A949B1DEBC}" dt="2025-11-28T07:28:11.971" v="3372" actId="700"/>
          <ac:spMkLst>
            <pc:docMk/>
            <pc:sldMk cId="3192929907" sldId="355"/>
            <ac:spMk id="2" creationId="{F02E516D-159E-3994-822E-77DC75D579AA}"/>
          </ac:spMkLst>
        </pc:spChg>
        <pc:spChg chg="mod ord">
          <ac:chgData name="Lynn Woodward" userId="53114994-16a7-4f93-8773-b57ec5475bfa" providerId="ADAL" clId="{2C50E8D9-EC41-48A9-9C26-C2A949B1DEBC}" dt="2025-11-28T07:28:11.971" v="3372" actId="700"/>
          <ac:spMkLst>
            <pc:docMk/>
            <pc:sldMk cId="3192929907" sldId="355"/>
            <ac:spMk id="5" creationId="{5215413E-C9DF-5923-F30C-9033FE3C9AF8}"/>
          </ac:spMkLst>
        </pc:spChg>
        <pc:spChg chg="add mod ord">
          <ac:chgData name="Lynn Woodward" userId="53114994-16a7-4f93-8773-b57ec5475bfa" providerId="ADAL" clId="{2C50E8D9-EC41-48A9-9C26-C2A949B1DEBC}" dt="2025-11-28T07:32:22.701" v="4030" actId="1076"/>
          <ac:spMkLst>
            <pc:docMk/>
            <pc:sldMk cId="3192929907" sldId="355"/>
            <ac:spMk id="6" creationId="{618EAC5B-4182-AC57-DA34-C76BCA0FD399}"/>
          </ac:spMkLst>
        </pc:spChg>
      </pc:sldChg>
      <pc:sldChg chg="modSp add mod ord">
        <pc:chgData name="Lynn Woodward" userId="53114994-16a7-4f93-8773-b57ec5475bfa" providerId="ADAL" clId="{2C50E8D9-EC41-48A9-9C26-C2A949B1DEBC}" dt="2025-11-29T21:21:10.776" v="4182" actId="20577"/>
        <pc:sldMkLst>
          <pc:docMk/>
          <pc:sldMk cId="398438659" sldId="356"/>
        </pc:sldMkLst>
        <pc:spChg chg="mod">
          <ac:chgData name="Lynn Woodward" userId="53114994-16a7-4f93-8773-b57ec5475bfa" providerId="ADAL" clId="{2C50E8D9-EC41-48A9-9C26-C2A949B1DEBC}" dt="2025-11-29T21:21:10.776" v="4182" actId="20577"/>
          <ac:spMkLst>
            <pc:docMk/>
            <pc:sldMk cId="398438659" sldId="356"/>
            <ac:spMk id="3" creationId="{1F2D3BFB-E3DA-A953-FE16-08C401C265EE}"/>
          </ac:spMkLst>
        </pc:spChg>
      </pc:sldChg>
      <pc:sldChg chg="modSp new mod">
        <pc:chgData name="Lynn Woodward" userId="53114994-16a7-4f93-8773-b57ec5475bfa" providerId="ADAL" clId="{2C50E8D9-EC41-48A9-9C26-C2A949B1DEBC}" dt="2025-11-29T21:42:23.851" v="4795" actId="20577"/>
        <pc:sldMkLst>
          <pc:docMk/>
          <pc:sldMk cId="2676546522" sldId="357"/>
        </pc:sldMkLst>
        <pc:spChg chg="mod">
          <ac:chgData name="Lynn Woodward" userId="53114994-16a7-4f93-8773-b57ec5475bfa" providerId="ADAL" clId="{2C50E8D9-EC41-48A9-9C26-C2A949B1DEBC}" dt="2025-11-29T21:42:23.851" v="4795" actId="20577"/>
          <ac:spMkLst>
            <pc:docMk/>
            <pc:sldMk cId="2676546522" sldId="357"/>
            <ac:spMk id="3" creationId="{2169806A-D853-06E8-B6E3-010D2D440DE8}"/>
          </ac:spMkLst>
        </pc:spChg>
        <pc:spChg chg="mod">
          <ac:chgData name="Lynn Woodward" userId="53114994-16a7-4f93-8773-b57ec5475bfa" providerId="ADAL" clId="{2C50E8D9-EC41-48A9-9C26-C2A949B1DEBC}" dt="2025-11-29T21:33:03.380" v="4225" actId="20577"/>
          <ac:spMkLst>
            <pc:docMk/>
            <pc:sldMk cId="2676546522" sldId="357"/>
            <ac:spMk id="4" creationId="{76AA6983-9032-6E32-DA24-CE8B75F913E8}"/>
          </ac:spMkLst>
        </pc:spChg>
      </pc:sldChg>
      <pc:sldChg chg="modSp new mod">
        <pc:chgData name="Lynn Woodward" userId="53114994-16a7-4f93-8773-b57ec5475bfa" providerId="ADAL" clId="{2C50E8D9-EC41-48A9-9C26-C2A949B1DEBC}" dt="2025-11-29T21:58:22.271" v="5096" actId="20577"/>
        <pc:sldMkLst>
          <pc:docMk/>
          <pc:sldMk cId="527716161" sldId="358"/>
        </pc:sldMkLst>
        <pc:spChg chg="mod">
          <ac:chgData name="Lynn Woodward" userId="53114994-16a7-4f93-8773-b57ec5475bfa" providerId="ADAL" clId="{2C50E8D9-EC41-48A9-9C26-C2A949B1DEBC}" dt="2025-11-29T21:58:22.271" v="5096" actId="20577"/>
          <ac:spMkLst>
            <pc:docMk/>
            <pc:sldMk cId="527716161" sldId="358"/>
            <ac:spMk id="3" creationId="{0DDDDBE3-5810-434C-7C92-538CA5A5BC19}"/>
          </ac:spMkLst>
        </pc:spChg>
        <pc:spChg chg="mod">
          <ac:chgData name="Lynn Woodward" userId="53114994-16a7-4f93-8773-b57ec5475bfa" providerId="ADAL" clId="{2C50E8D9-EC41-48A9-9C26-C2A949B1DEBC}" dt="2025-11-29T21:54:12.485" v="4838" actId="20577"/>
          <ac:spMkLst>
            <pc:docMk/>
            <pc:sldMk cId="527716161" sldId="358"/>
            <ac:spMk id="4" creationId="{92409979-0FAC-B775-5702-41F521D0A7EE}"/>
          </ac:spMkLst>
        </pc:spChg>
      </pc:sldChg>
      <pc:sldChg chg="modSp new mod">
        <pc:chgData name="Lynn Woodward" userId="53114994-16a7-4f93-8773-b57ec5475bfa" providerId="ADAL" clId="{2C50E8D9-EC41-48A9-9C26-C2A949B1DEBC}" dt="2025-11-29T22:03:51.994" v="5457" actId="20577"/>
        <pc:sldMkLst>
          <pc:docMk/>
          <pc:sldMk cId="546510028" sldId="359"/>
        </pc:sldMkLst>
        <pc:spChg chg="mod">
          <ac:chgData name="Lynn Woodward" userId="53114994-16a7-4f93-8773-b57ec5475bfa" providerId="ADAL" clId="{2C50E8D9-EC41-48A9-9C26-C2A949B1DEBC}" dt="2025-11-29T22:03:51.994" v="5457" actId="20577"/>
          <ac:spMkLst>
            <pc:docMk/>
            <pc:sldMk cId="546510028" sldId="359"/>
            <ac:spMk id="3" creationId="{1DD14849-CEBC-266B-3934-A92EF5A3894D}"/>
          </ac:spMkLst>
        </pc:spChg>
        <pc:spChg chg="mod">
          <ac:chgData name="Lynn Woodward" userId="53114994-16a7-4f93-8773-b57ec5475bfa" providerId="ADAL" clId="{2C50E8D9-EC41-48A9-9C26-C2A949B1DEBC}" dt="2025-11-29T22:02:29.878" v="5128" actId="20577"/>
          <ac:spMkLst>
            <pc:docMk/>
            <pc:sldMk cId="546510028" sldId="359"/>
            <ac:spMk id="4" creationId="{00533B80-5F8C-5EB5-220D-3EA03A6EC4B1}"/>
          </ac:spMkLst>
        </pc:spChg>
      </pc:sldChg>
      <pc:sldChg chg="add">
        <pc:chgData name="Lynn Woodward" userId="53114994-16a7-4f93-8773-b57ec5475bfa" providerId="ADAL" clId="{2C50E8D9-EC41-48A9-9C26-C2A949B1DEBC}" dt="2025-11-29T22:16:11.129" v="5462"/>
        <pc:sldMkLst>
          <pc:docMk/>
          <pc:sldMk cId="4259112089" sldId="360"/>
        </pc:sldMkLst>
      </pc:sldChg>
      <pc:sldChg chg="add ord">
        <pc:chgData name="Lynn Woodward" userId="53114994-16a7-4f93-8773-b57ec5475bfa" providerId="ADAL" clId="{2C50E8D9-EC41-48A9-9C26-C2A949B1DEBC}" dt="2025-11-29T22:23:27.155" v="5471"/>
        <pc:sldMkLst>
          <pc:docMk/>
          <pc:sldMk cId="4001568345" sldId="361"/>
        </pc:sldMkLst>
      </pc:sldChg>
      <pc:sldChg chg="add ord">
        <pc:chgData name="Lynn Woodward" userId="53114994-16a7-4f93-8773-b57ec5475bfa" providerId="ADAL" clId="{2C50E8D9-EC41-48A9-9C26-C2A949B1DEBC}" dt="2025-11-29T22:23:29.011" v="5473"/>
        <pc:sldMkLst>
          <pc:docMk/>
          <pc:sldMk cId="2231943981" sldId="422"/>
        </pc:sldMkLst>
      </pc:sldChg>
      <pc:sldChg chg="add del ord">
        <pc:chgData name="Lynn Woodward" userId="53114994-16a7-4f93-8773-b57ec5475bfa" providerId="ADAL" clId="{2C50E8D9-EC41-48A9-9C26-C2A949B1DEBC}" dt="2025-11-29T22:24:04.022" v="5477"/>
        <pc:sldMkLst>
          <pc:docMk/>
          <pc:sldMk cId="2894091247" sldId="543"/>
        </pc:sldMkLst>
      </pc:sldChg>
      <pc:sldChg chg="add">
        <pc:chgData name="Lynn Woodward" userId="53114994-16a7-4f93-8773-b57ec5475bfa" providerId="ADAL" clId="{2C50E8D9-EC41-48A9-9C26-C2A949B1DEBC}" dt="2025-11-29T22:22:18.156" v="5467"/>
        <pc:sldMkLst>
          <pc:docMk/>
          <pc:sldMk cId="3493173311" sldId="551"/>
        </pc:sldMkLst>
      </pc:sldChg>
      <pc:sldMasterChg chg="del delSldLayout">
        <pc:chgData name="Lynn Woodward" userId="53114994-16a7-4f93-8773-b57ec5475bfa" providerId="ADAL" clId="{2C50E8D9-EC41-48A9-9C26-C2A949B1DEBC}" dt="2025-11-29T21:58:49.362" v="5098" actId="2696"/>
        <pc:sldMasterMkLst>
          <pc:docMk/>
          <pc:sldMasterMk cId="4111265336" sldId="2147483648"/>
        </pc:sldMasterMkLst>
        <pc:sldLayoutChg chg="del">
          <pc:chgData name="Lynn Woodward" userId="53114994-16a7-4f93-8773-b57ec5475bfa" providerId="ADAL" clId="{2C50E8D9-EC41-48A9-9C26-C2A949B1DEBC}" dt="2025-11-29T21:58:49.362" v="5098" actId="2696"/>
          <pc:sldLayoutMkLst>
            <pc:docMk/>
            <pc:sldMasterMk cId="4111265336" sldId="2147483648"/>
            <pc:sldLayoutMk cId="3203356168" sldId="2147483649"/>
          </pc:sldLayoutMkLst>
        </pc:sldLayoutChg>
        <pc:sldLayoutChg chg="del">
          <pc:chgData name="Lynn Woodward" userId="53114994-16a7-4f93-8773-b57ec5475bfa" providerId="ADAL" clId="{2C50E8D9-EC41-48A9-9C26-C2A949B1DEBC}" dt="2025-11-29T21:58:49.362" v="5098" actId="2696"/>
          <pc:sldLayoutMkLst>
            <pc:docMk/>
            <pc:sldMasterMk cId="4111265336" sldId="2147483648"/>
            <pc:sldLayoutMk cId="2142180797" sldId="2147483650"/>
          </pc:sldLayoutMkLst>
        </pc:sldLayoutChg>
        <pc:sldLayoutChg chg="del">
          <pc:chgData name="Lynn Woodward" userId="53114994-16a7-4f93-8773-b57ec5475bfa" providerId="ADAL" clId="{2C50E8D9-EC41-48A9-9C26-C2A949B1DEBC}" dt="2025-11-29T21:58:49.362" v="5098" actId="2696"/>
          <pc:sldLayoutMkLst>
            <pc:docMk/>
            <pc:sldMasterMk cId="4111265336" sldId="2147483648"/>
            <pc:sldLayoutMk cId="2070283788" sldId="2147483651"/>
          </pc:sldLayoutMkLst>
        </pc:sldLayoutChg>
        <pc:sldLayoutChg chg="del">
          <pc:chgData name="Lynn Woodward" userId="53114994-16a7-4f93-8773-b57ec5475bfa" providerId="ADAL" clId="{2C50E8D9-EC41-48A9-9C26-C2A949B1DEBC}" dt="2025-11-29T21:58:49.362" v="5098" actId="2696"/>
          <pc:sldLayoutMkLst>
            <pc:docMk/>
            <pc:sldMasterMk cId="4111265336" sldId="2147483648"/>
            <pc:sldLayoutMk cId="3088053318" sldId="2147483652"/>
          </pc:sldLayoutMkLst>
        </pc:sldLayoutChg>
        <pc:sldLayoutChg chg="del">
          <pc:chgData name="Lynn Woodward" userId="53114994-16a7-4f93-8773-b57ec5475bfa" providerId="ADAL" clId="{2C50E8D9-EC41-48A9-9C26-C2A949B1DEBC}" dt="2025-11-29T21:58:49.362" v="5098" actId="2696"/>
          <pc:sldLayoutMkLst>
            <pc:docMk/>
            <pc:sldMasterMk cId="4111265336" sldId="2147483648"/>
            <pc:sldLayoutMk cId="1125052358" sldId="2147483653"/>
          </pc:sldLayoutMkLst>
        </pc:sldLayoutChg>
        <pc:sldLayoutChg chg="del">
          <pc:chgData name="Lynn Woodward" userId="53114994-16a7-4f93-8773-b57ec5475bfa" providerId="ADAL" clId="{2C50E8D9-EC41-48A9-9C26-C2A949B1DEBC}" dt="2025-11-29T21:58:49.362" v="5098" actId="2696"/>
          <pc:sldLayoutMkLst>
            <pc:docMk/>
            <pc:sldMasterMk cId="4111265336" sldId="2147483648"/>
            <pc:sldLayoutMk cId="2840322149" sldId="2147483654"/>
          </pc:sldLayoutMkLst>
        </pc:sldLayoutChg>
        <pc:sldLayoutChg chg="del">
          <pc:chgData name="Lynn Woodward" userId="53114994-16a7-4f93-8773-b57ec5475bfa" providerId="ADAL" clId="{2C50E8D9-EC41-48A9-9C26-C2A949B1DEBC}" dt="2025-11-29T21:58:49.362" v="5098" actId="2696"/>
          <pc:sldLayoutMkLst>
            <pc:docMk/>
            <pc:sldMasterMk cId="4111265336" sldId="2147483648"/>
            <pc:sldLayoutMk cId="1107333611" sldId="2147483655"/>
          </pc:sldLayoutMkLst>
        </pc:sldLayoutChg>
        <pc:sldLayoutChg chg="del">
          <pc:chgData name="Lynn Woodward" userId="53114994-16a7-4f93-8773-b57ec5475bfa" providerId="ADAL" clId="{2C50E8D9-EC41-48A9-9C26-C2A949B1DEBC}" dt="2025-11-29T21:58:49.362" v="5098" actId="2696"/>
          <pc:sldLayoutMkLst>
            <pc:docMk/>
            <pc:sldMasterMk cId="4111265336" sldId="2147483648"/>
            <pc:sldLayoutMk cId="3920074798" sldId="2147483656"/>
          </pc:sldLayoutMkLst>
        </pc:sldLayoutChg>
        <pc:sldLayoutChg chg="del">
          <pc:chgData name="Lynn Woodward" userId="53114994-16a7-4f93-8773-b57ec5475bfa" providerId="ADAL" clId="{2C50E8D9-EC41-48A9-9C26-C2A949B1DEBC}" dt="2025-11-29T21:58:49.362" v="5098" actId="2696"/>
          <pc:sldLayoutMkLst>
            <pc:docMk/>
            <pc:sldMasterMk cId="4111265336" sldId="2147483648"/>
            <pc:sldLayoutMk cId="197890148" sldId="2147483657"/>
          </pc:sldLayoutMkLst>
        </pc:sldLayoutChg>
        <pc:sldLayoutChg chg="del">
          <pc:chgData name="Lynn Woodward" userId="53114994-16a7-4f93-8773-b57ec5475bfa" providerId="ADAL" clId="{2C50E8D9-EC41-48A9-9C26-C2A949B1DEBC}" dt="2025-11-29T21:58:49.362" v="5098" actId="2696"/>
          <pc:sldLayoutMkLst>
            <pc:docMk/>
            <pc:sldMasterMk cId="4111265336" sldId="2147483648"/>
            <pc:sldLayoutMk cId="731570593" sldId="2147483658"/>
          </pc:sldLayoutMkLst>
        </pc:sldLayoutChg>
        <pc:sldLayoutChg chg="del">
          <pc:chgData name="Lynn Woodward" userId="53114994-16a7-4f93-8773-b57ec5475bfa" providerId="ADAL" clId="{2C50E8D9-EC41-48A9-9C26-C2A949B1DEBC}" dt="2025-11-29T21:58:49.362" v="5098" actId="2696"/>
          <pc:sldLayoutMkLst>
            <pc:docMk/>
            <pc:sldMasterMk cId="4111265336" sldId="2147483648"/>
            <pc:sldLayoutMk cId="1035855926" sldId="2147483659"/>
          </pc:sldLayoutMkLst>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AU"/>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26F1548-9168-47BB-8293-DA82BD581615}" type="datetimeFigureOut">
              <a:rPr lang="en-AU" smtClean="0"/>
              <a:t>1/12/2025</a:t>
            </a:fld>
            <a:endParaRPr lang="en-AU"/>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AU"/>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AU"/>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FBA2415-E838-4456-96E7-8D1D534DEB18}" type="slidenum">
              <a:rPr lang="en-AU" smtClean="0"/>
              <a:t>‹#›</a:t>
            </a:fld>
            <a:endParaRPr lang="en-AU"/>
          </a:p>
        </p:txBody>
      </p:sp>
    </p:spTree>
    <p:extLst>
      <p:ext uri="{BB962C8B-B14F-4D97-AF65-F5344CB8AC3E}">
        <p14:creationId xmlns:p14="http://schemas.microsoft.com/office/powerpoint/2010/main" val="232714869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nSpc>
                <a:spcPct val="107000"/>
              </a:lnSpc>
              <a:spcAft>
                <a:spcPts val="753"/>
              </a:spcAft>
              <a:tabLst>
                <a:tab pos="200857" algn="l"/>
              </a:tabLst>
            </a:pPr>
            <a:endParaRPr lang="en-AU" u="sng"/>
          </a:p>
        </p:txBody>
      </p:sp>
      <p:sp>
        <p:nvSpPr>
          <p:cNvPr id="4" name="Slide Number Placeholder 3"/>
          <p:cNvSpPr>
            <a:spLocks noGrp="1"/>
          </p:cNvSpPr>
          <p:nvPr>
            <p:ph type="sldNum" sz="quarter" idx="5"/>
          </p:nvPr>
        </p:nvSpPr>
        <p:spPr/>
        <p:txBody>
          <a:bodyPr/>
          <a:lstStyle/>
          <a:p>
            <a:fld id="{BAAED44F-8DE0-4245-B02B-CC95FDAC3EA9}" type="slidenum">
              <a:rPr lang="en-AU" smtClean="0"/>
              <a:t>14</a:t>
            </a:fld>
            <a:endParaRPr lang="en-AU"/>
          </a:p>
        </p:txBody>
      </p:sp>
    </p:spTree>
    <p:extLst>
      <p:ext uri="{BB962C8B-B14F-4D97-AF65-F5344CB8AC3E}">
        <p14:creationId xmlns:p14="http://schemas.microsoft.com/office/powerpoint/2010/main" val="28595203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1">
              <a:spcBef>
                <a:spcPts val="600"/>
              </a:spcBef>
              <a:spcAft>
                <a:spcPts val="600"/>
              </a:spcAft>
            </a:pPr>
            <a:r>
              <a:rPr lang="en-AU">
                <a:solidFill>
                  <a:srgbClr val="008000"/>
                </a:solidFill>
                <a:latin typeface="Calibri" panose="020F0502020204030204" pitchFamily="34" charset="0"/>
                <a:ea typeface="Times New Roman" panose="02020603050405020304" pitchFamily="18" charset="0"/>
                <a:cs typeface="Calibri" panose="020F0502020204030204" pitchFamily="34" charset="0"/>
              </a:rPr>
              <a:t>Exempt</a:t>
            </a:r>
          </a:p>
          <a:p>
            <a:pPr lvl="1">
              <a:spcBef>
                <a:spcPts val="600"/>
              </a:spcBef>
              <a:spcAft>
                <a:spcPts val="600"/>
              </a:spcAft>
            </a:pPr>
            <a:r>
              <a:rPr lang="en-AU">
                <a:solidFill>
                  <a:srgbClr val="008000"/>
                </a:solidFill>
                <a:latin typeface="Calibri" panose="020F0502020204030204" pitchFamily="34" charset="0"/>
                <a:ea typeface="Times New Roman" panose="02020603050405020304" pitchFamily="18" charset="0"/>
                <a:cs typeface="Calibri" panose="020F0502020204030204" pitchFamily="34" charset="0"/>
              </a:rPr>
              <a:t>Lower risk to participants and satisfies one or more of the following:</a:t>
            </a:r>
          </a:p>
          <a:p>
            <a:pPr marL="742950" lvl="1" indent="-285750">
              <a:spcBef>
                <a:spcPts val="600"/>
              </a:spcBef>
              <a:spcAft>
                <a:spcPts val="600"/>
              </a:spcAft>
              <a:buFont typeface="Arial" panose="020B0604020202020204" pitchFamily="34" charset="0"/>
              <a:buChar char="•"/>
            </a:pPr>
            <a:r>
              <a:rPr lang="en-AU" sz="1200">
                <a:solidFill>
                  <a:srgbClr val="008000"/>
                </a:solidFill>
                <a:latin typeface="Calibri" panose="020F0502020204030204" pitchFamily="34" charset="0"/>
                <a:ea typeface="Times New Roman" panose="02020603050405020304" pitchFamily="18" charset="0"/>
                <a:cs typeface="Calibri" panose="020F0502020204030204" pitchFamily="34" charset="0"/>
              </a:rPr>
              <a:t>Information or data where identifiers have been removed prior to researcher receipt </a:t>
            </a:r>
            <a:r>
              <a:rPr lang="en-AU" sz="1100">
                <a:solidFill>
                  <a:srgbClr val="008000"/>
                </a:solidFill>
                <a:latin typeface="Calibri" panose="020F0502020204030204" pitchFamily="34" charset="0"/>
                <a:ea typeface="Times New Roman" panose="02020603050405020304" pitchFamily="18" charset="0"/>
                <a:cs typeface="Calibri" panose="020F0502020204030204" pitchFamily="34" charset="0"/>
              </a:rPr>
              <a:t>(sub-clauses about re-identification at NS 5.1.17)</a:t>
            </a:r>
          </a:p>
          <a:p>
            <a:pPr marL="742950" lvl="1" indent="-285750">
              <a:spcBef>
                <a:spcPts val="600"/>
              </a:spcBef>
              <a:spcAft>
                <a:spcPts val="600"/>
              </a:spcAft>
              <a:buFont typeface="Arial" panose="020B0604020202020204" pitchFamily="34" charset="0"/>
              <a:buChar char="•"/>
            </a:pPr>
            <a:r>
              <a:rPr lang="en-AU" sz="1200">
                <a:solidFill>
                  <a:srgbClr val="008000"/>
                </a:solidFill>
                <a:latin typeface="Calibri" panose="020F0502020204030204" pitchFamily="34" charset="0"/>
                <a:ea typeface="Times New Roman" panose="02020603050405020304" pitchFamily="18" charset="0"/>
                <a:cs typeface="Calibri" panose="020F0502020204030204" pitchFamily="34" charset="0"/>
              </a:rPr>
              <a:t>Surveys &amp; observation of public behaviour (recorded without identifiers &amp; research/outcomes unlikely to cause distress)</a:t>
            </a:r>
          </a:p>
          <a:p>
            <a:pPr marL="742950" lvl="1" indent="-285750">
              <a:spcBef>
                <a:spcPts val="600"/>
              </a:spcBef>
              <a:spcAft>
                <a:spcPts val="600"/>
              </a:spcAft>
              <a:buFont typeface="Arial" panose="020B0604020202020204" pitchFamily="34" charset="0"/>
              <a:buChar char="•"/>
            </a:pPr>
            <a:r>
              <a:rPr lang="en-AU" sz="1200">
                <a:solidFill>
                  <a:srgbClr val="008000"/>
                </a:solidFill>
                <a:latin typeface="Calibri" panose="020F0502020204030204" pitchFamily="34" charset="0"/>
                <a:ea typeface="Times New Roman" panose="02020603050405020304" pitchFamily="18" charset="0"/>
                <a:cs typeface="Calibri" panose="020F0502020204030204" pitchFamily="34" charset="0"/>
              </a:rPr>
              <a:t>Educational training/outcomes for program use only</a:t>
            </a:r>
          </a:p>
          <a:p>
            <a:pPr marL="742950" lvl="1" indent="-285750">
              <a:spcBef>
                <a:spcPts val="600"/>
              </a:spcBef>
              <a:spcAft>
                <a:spcPts val="600"/>
              </a:spcAft>
              <a:buFont typeface="Arial" panose="020B0604020202020204" pitchFamily="34" charset="0"/>
              <a:buChar char="•"/>
            </a:pPr>
            <a:r>
              <a:rPr lang="en-AU" sz="1200">
                <a:solidFill>
                  <a:srgbClr val="008000"/>
                </a:solidFill>
                <a:latin typeface="Calibri" panose="020F0502020204030204" pitchFamily="34" charset="0"/>
                <a:ea typeface="Times New Roman" panose="02020603050405020304" pitchFamily="18" charset="0"/>
                <a:cs typeface="Calibri" panose="020F0502020204030204" pitchFamily="34" charset="0"/>
              </a:rPr>
              <a:t>Publicly available information, through mechanism set out by legislation &amp; is protected by law </a:t>
            </a:r>
            <a:r>
              <a:rPr lang="en-AU" sz="1100">
                <a:solidFill>
                  <a:srgbClr val="008000"/>
                </a:solidFill>
                <a:latin typeface="Calibri" panose="020F0502020204030204" pitchFamily="34" charset="0"/>
                <a:ea typeface="Times New Roman" panose="02020603050405020304" pitchFamily="18" charset="0"/>
                <a:cs typeface="Calibri" panose="020F0502020204030204" pitchFamily="34" charset="0"/>
              </a:rPr>
              <a:t>(registries births, deaths; coronial investigations; ABS; mandatory reporting  information)</a:t>
            </a:r>
          </a:p>
          <a:p>
            <a:pPr marL="742950" lvl="1" indent="-285750">
              <a:spcBef>
                <a:spcPts val="600"/>
              </a:spcBef>
              <a:spcAft>
                <a:spcPts val="600"/>
              </a:spcAft>
              <a:buFont typeface="Arial" panose="020B0604020202020204" pitchFamily="34" charset="0"/>
              <a:buChar char="•"/>
            </a:pPr>
            <a:endParaRPr lang="en-AU" sz="1100">
              <a:solidFill>
                <a:srgbClr val="008000"/>
              </a:solidFill>
              <a:latin typeface="Calibri" panose="020F0502020204030204" pitchFamily="34" charset="0"/>
              <a:ea typeface="Times New Roman" panose="02020603050405020304" pitchFamily="18" charset="0"/>
              <a:cs typeface="Calibri" panose="020F0502020204030204" pitchFamily="34" charset="0"/>
            </a:endParaRPr>
          </a:p>
          <a:p>
            <a:pPr marL="457200" lvl="1" indent="0">
              <a:spcBef>
                <a:spcPts val="600"/>
              </a:spcBef>
              <a:spcAft>
                <a:spcPts val="600"/>
              </a:spcAft>
              <a:buFont typeface="Arial" panose="020B0604020202020204" pitchFamily="34" charset="0"/>
              <a:buNone/>
            </a:pPr>
            <a:r>
              <a:rPr lang="en-AU" sz="1100">
                <a:solidFill>
                  <a:srgbClr val="008000"/>
                </a:solidFill>
                <a:latin typeface="Calibri" panose="020F0502020204030204" pitchFamily="34" charset="0"/>
                <a:ea typeface="Times New Roman" panose="02020603050405020304" pitchFamily="18" charset="0"/>
                <a:cs typeface="Calibri" panose="020F0502020204030204" pitchFamily="34" charset="0"/>
              </a:rPr>
              <a:t>Admin review</a:t>
            </a:r>
          </a:p>
          <a:p>
            <a:pPr marL="342900">
              <a:spcBef>
                <a:spcPts val="1200"/>
              </a:spcBef>
              <a:spcAft>
                <a:spcPts val="0"/>
              </a:spcAft>
            </a:pPr>
            <a:r>
              <a:rPr lang="en-AU" sz="1800">
                <a:solidFill>
                  <a:srgbClr val="172B4D"/>
                </a:solidFill>
                <a:effectLst/>
                <a:highlight>
                  <a:srgbClr val="FFFFFF"/>
                </a:highlight>
                <a:latin typeface="Calibri" panose="020F0502020204030204" pitchFamily="34" charset="0"/>
              </a:rPr>
              <a:t>The research project must have been approved by an ethics review body in one of the following countries, which have been chosen by OREI due to some know similarities in terms of ethical regulations and oversight:</a:t>
            </a:r>
            <a:endParaRPr lang="en-AU" sz="1800">
              <a:solidFill>
                <a:srgbClr val="172B4D"/>
              </a:solidFill>
              <a:effectLst/>
              <a:latin typeface="Calibri" panose="020F0502020204030204" pitchFamily="34" charset="0"/>
            </a:endParaRPr>
          </a:p>
          <a:p>
            <a:pPr rtl="0" fontAlgn="ctr">
              <a:spcBef>
                <a:spcPts val="1200"/>
              </a:spcBef>
              <a:spcAft>
                <a:spcPts val="0"/>
              </a:spcAft>
              <a:buFont typeface="Arial" panose="020B0604020202020204" pitchFamily="34" charset="0"/>
              <a:buChar char="•"/>
            </a:pPr>
            <a:r>
              <a:rPr lang="en-AU" sz="1800">
                <a:solidFill>
                  <a:srgbClr val="172B4D"/>
                </a:solidFill>
                <a:effectLst/>
                <a:highlight>
                  <a:srgbClr val="FFFFFF"/>
                </a:highlight>
                <a:latin typeface="Calibri" panose="020F0502020204030204" pitchFamily="34" charset="0"/>
              </a:rPr>
              <a:t>USA</a:t>
            </a:r>
            <a:endParaRPr lang="en-AU" sz="1800">
              <a:effectLst/>
              <a:latin typeface="Calibri" panose="020F0502020204030204" pitchFamily="34" charset="0"/>
            </a:endParaRPr>
          </a:p>
          <a:p>
            <a:pPr rtl="0" fontAlgn="ctr">
              <a:spcBef>
                <a:spcPts val="1200"/>
              </a:spcBef>
              <a:spcAft>
                <a:spcPts val="0"/>
              </a:spcAft>
              <a:buFont typeface="Arial" panose="020B0604020202020204" pitchFamily="34" charset="0"/>
              <a:buChar char="•"/>
            </a:pPr>
            <a:r>
              <a:rPr lang="en-AU" sz="1800">
                <a:solidFill>
                  <a:srgbClr val="172B4D"/>
                </a:solidFill>
                <a:effectLst/>
                <a:highlight>
                  <a:srgbClr val="FFFFFF"/>
                </a:highlight>
                <a:latin typeface="Calibri" panose="020F0502020204030204" pitchFamily="34" charset="0"/>
              </a:rPr>
              <a:t>Canada</a:t>
            </a:r>
            <a:endParaRPr lang="en-AU" sz="1800">
              <a:effectLst/>
              <a:latin typeface="Calibri" panose="020F0502020204030204" pitchFamily="34" charset="0"/>
            </a:endParaRPr>
          </a:p>
          <a:p>
            <a:pPr rtl="0" fontAlgn="ctr">
              <a:spcBef>
                <a:spcPts val="1200"/>
              </a:spcBef>
              <a:spcAft>
                <a:spcPts val="0"/>
              </a:spcAft>
              <a:buFont typeface="Arial" panose="020B0604020202020204" pitchFamily="34" charset="0"/>
              <a:buChar char="•"/>
            </a:pPr>
            <a:r>
              <a:rPr lang="en-AU" sz="1800">
                <a:solidFill>
                  <a:srgbClr val="172B4D"/>
                </a:solidFill>
                <a:effectLst/>
                <a:highlight>
                  <a:srgbClr val="FFFFFF"/>
                </a:highlight>
                <a:latin typeface="Calibri" panose="020F0502020204030204" pitchFamily="34" charset="0"/>
              </a:rPr>
              <a:t>New Zealand</a:t>
            </a:r>
            <a:endParaRPr lang="en-AU" sz="1800">
              <a:effectLst/>
              <a:latin typeface="Calibri" panose="020F0502020204030204" pitchFamily="34" charset="0"/>
            </a:endParaRPr>
          </a:p>
          <a:p>
            <a:pPr rtl="0" fontAlgn="ctr">
              <a:spcBef>
                <a:spcPts val="1200"/>
              </a:spcBef>
              <a:spcAft>
                <a:spcPts val="0"/>
              </a:spcAft>
              <a:buFont typeface="Arial" panose="020B0604020202020204" pitchFamily="34" charset="0"/>
              <a:buChar char="•"/>
            </a:pPr>
            <a:r>
              <a:rPr lang="en-AU" sz="1800">
                <a:solidFill>
                  <a:srgbClr val="172B4D"/>
                </a:solidFill>
                <a:effectLst/>
                <a:highlight>
                  <a:srgbClr val="FFFFFF"/>
                </a:highlight>
                <a:latin typeface="Calibri" panose="020F0502020204030204" pitchFamily="34" charset="0"/>
              </a:rPr>
              <a:t>United Kingdom </a:t>
            </a:r>
            <a:endParaRPr lang="en-AU" sz="1800">
              <a:effectLst/>
              <a:latin typeface="Calibri" panose="020F0502020204030204" pitchFamily="34" charset="0"/>
            </a:endParaRPr>
          </a:p>
          <a:p>
            <a:pPr marL="342900">
              <a:spcBef>
                <a:spcPts val="1200"/>
              </a:spcBef>
              <a:spcAft>
                <a:spcPts val="0"/>
              </a:spcAft>
            </a:pPr>
            <a:r>
              <a:rPr lang="en-AU" sz="1800">
                <a:solidFill>
                  <a:srgbClr val="172B4D"/>
                </a:solidFill>
                <a:effectLst/>
                <a:highlight>
                  <a:srgbClr val="FFFFFF"/>
                </a:highlight>
                <a:latin typeface="Calibri" panose="020F0502020204030204" pitchFamily="34" charset="0"/>
              </a:rPr>
              <a:t>The overseas body must have determined the research to be low risk (or equivalent term, for a study that does not pose a foreseeable risk of harm to participants, communities, or society).</a:t>
            </a:r>
            <a:endParaRPr lang="en-AU" sz="1800">
              <a:solidFill>
                <a:srgbClr val="172B4D"/>
              </a:solidFill>
              <a:effectLst/>
              <a:latin typeface="Calibri" panose="020F0502020204030204" pitchFamily="34" charset="0"/>
            </a:endParaRPr>
          </a:p>
          <a:p>
            <a:pPr marL="342900">
              <a:spcBef>
                <a:spcPts val="1200"/>
              </a:spcBef>
              <a:spcAft>
                <a:spcPts val="0"/>
              </a:spcAft>
            </a:pPr>
            <a:r>
              <a:rPr lang="en-AU" sz="1800">
                <a:solidFill>
                  <a:srgbClr val="172B4D"/>
                </a:solidFill>
                <a:effectLst/>
                <a:highlight>
                  <a:srgbClr val="FFFFFF"/>
                </a:highlight>
                <a:latin typeface="Calibri" panose="020F0502020204030204" pitchFamily="34" charset="0"/>
              </a:rPr>
              <a:t>QUT researchers must be able to provide all of the approved study documents, including the ethics application and approval letter.</a:t>
            </a:r>
            <a:endParaRPr lang="en-AU" sz="1800">
              <a:solidFill>
                <a:srgbClr val="172B4D"/>
              </a:solidFill>
              <a:effectLst/>
              <a:latin typeface="Calibri" panose="020F0502020204030204" pitchFamily="34" charset="0"/>
            </a:endParaRPr>
          </a:p>
          <a:p>
            <a:pPr marL="342900">
              <a:spcBef>
                <a:spcPts val="1200"/>
              </a:spcBef>
              <a:spcAft>
                <a:spcPts val="0"/>
              </a:spcAft>
            </a:pPr>
            <a:r>
              <a:rPr lang="en-AU" sz="1800">
                <a:solidFill>
                  <a:srgbClr val="172B4D"/>
                </a:solidFill>
                <a:effectLst/>
                <a:highlight>
                  <a:srgbClr val="FFFFFF"/>
                </a:highlight>
                <a:latin typeface="Calibri" panose="020F0502020204030204" pitchFamily="34" charset="0"/>
              </a:rPr>
              <a:t>QUT researchers must be named on the approved application.</a:t>
            </a:r>
            <a:endParaRPr lang="en-AU" sz="1800">
              <a:solidFill>
                <a:srgbClr val="172B4D"/>
              </a:solidFill>
              <a:effectLst/>
              <a:latin typeface="Calibri" panose="020F0502020204030204" pitchFamily="34" charset="0"/>
            </a:endParaRPr>
          </a:p>
          <a:p>
            <a:pPr marL="342900">
              <a:spcBef>
                <a:spcPts val="1200"/>
              </a:spcBef>
              <a:spcAft>
                <a:spcPts val="0"/>
              </a:spcAft>
            </a:pPr>
            <a:r>
              <a:rPr lang="en-AU" sz="1800">
                <a:solidFill>
                  <a:srgbClr val="172B4D"/>
                </a:solidFill>
                <a:effectLst/>
                <a:highlight>
                  <a:srgbClr val="FFFFFF"/>
                </a:highlight>
                <a:latin typeface="Calibri" panose="020F0502020204030204" pitchFamily="34" charset="0"/>
              </a:rPr>
              <a:t>QUT researchers must agree to abide by all QUT policies in undertaking the research – for example, in respect of data management.</a:t>
            </a:r>
            <a:endParaRPr lang="en-AU" sz="1800">
              <a:solidFill>
                <a:srgbClr val="172B4D"/>
              </a:solidFill>
              <a:effectLst/>
              <a:latin typeface="Calibri" panose="020F0502020204030204" pitchFamily="34" charset="0"/>
            </a:endParaRPr>
          </a:p>
          <a:p>
            <a:pPr marL="342900">
              <a:spcBef>
                <a:spcPts val="1200"/>
              </a:spcBef>
              <a:spcAft>
                <a:spcPts val="0"/>
              </a:spcAft>
            </a:pPr>
            <a:r>
              <a:rPr lang="en-AU" sz="1800">
                <a:solidFill>
                  <a:srgbClr val="172B4D"/>
                </a:solidFill>
                <a:effectLst/>
                <a:highlight>
                  <a:srgbClr val="FFFFFF"/>
                </a:highlight>
                <a:latin typeface="Calibri" panose="020F0502020204030204" pitchFamily="34" charset="0"/>
              </a:rPr>
              <a:t>The research must only be conducted overseas, the research must not involve recruitment or study sites within Australia. </a:t>
            </a:r>
            <a:endParaRPr lang="en-AU" sz="1800">
              <a:solidFill>
                <a:srgbClr val="172B4D"/>
              </a:solidFill>
              <a:effectLst/>
              <a:latin typeface="Calibri" panose="020F0502020204030204" pitchFamily="34" charset="0"/>
            </a:endParaRPr>
          </a:p>
          <a:p>
            <a:pPr marL="457200" lvl="1" indent="0">
              <a:spcBef>
                <a:spcPts val="600"/>
              </a:spcBef>
              <a:spcAft>
                <a:spcPts val="600"/>
              </a:spcAft>
              <a:buFont typeface="Arial" panose="020B0604020202020204" pitchFamily="34" charset="0"/>
              <a:buNone/>
            </a:pPr>
            <a:endParaRPr lang="en-AU" sz="1100">
              <a:solidFill>
                <a:srgbClr val="008000"/>
              </a:solidFill>
              <a:latin typeface="Calibri" panose="020F0502020204030204" pitchFamily="34" charset="0"/>
              <a:ea typeface="Times New Roman" panose="02020603050405020304" pitchFamily="18" charset="0"/>
              <a:cs typeface="Calibri" panose="020F0502020204030204" pitchFamily="34" charset="0"/>
            </a:endParaRPr>
          </a:p>
          <a:p>
            <a:endParaRPr lang="en-AU"/>
          </a:p>
        </p:txBody>
      </p:sp>
      <p:sp>
        <p:nvSpPr>
          <p:cNvPr id="4" name="Slide Number Placeholder 3"/>
          <p:cNvSpPr>
            <a:spLocks noGrp="1"/>
          </p:cNvSpPr>
          <p:nvPr>
            <p:ph type="sldNum" sz="quarter" idx="5"/>
          </p:nvPr>
        </p:nvSpPr>
        <p:spPr/>
        <p:txBody>
          <a:bodyPr/>
          <a:lstStyle/>
          <a:p>
            <a:fld id="{BAAED44F-8DE0-4245-B02B-CC95FDAC3EA9}" type="slidenum">
              <a:rPr lang="en-AU" smtClean="0"/>
              <a:t>25</a:t>
            </a:fld>
            <a:endParaRPr lang="en-AU"/>
          </a:p>
        </p:txBody>
      </p:sp>
    </p:spTree>
    <p:extLst>
      <p:ext uri="{BB962C8B-B14F-4D97-AF65-F5344CB8AC3E}">
        <p14:creationId xmlns:p14="http://schemas.microsoft.com/office/powerpoint/2010/main" val="9438067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a:p>
        </p:txBody>
      </p:sp>
      <p:sp>
        <p:nvSpPr>
          <p:cNvPr id="4" name="Slide Number Placeholder 3"/>
          <p:cNvSpPr>
            <a:spLocks noGrp="1"/>
          </p:cNvSpPr>
          <p:nvPr>
            <p:ph type="sldNum" sz="quarter" idx="10"/>
          </p:nvPr>
        </p:nvSpPr>
        <p:spPr/>
        <p:txBody>
          <a:bodyPr/>
          <a:lstStyle/>
          <a:p>
            <a:fld id="{FF17798C-A9DD-4052-A105-6144A817B8FB}" type="slidenum">
              <a:rPr lang="en-AU" smtClean="0"/>
              <a:pPr/>
              <a:t>26</a:t>
            </a:fld>
            <a:endParaRPr lang="en-AU"/>
          </a:p>
        </p:txBody>
      </p:sp>
    </p:spTree>
    <p:extLst>
      <p:ext uri="{BB962C8B-B14F-4D97-AF65-F5344CB8AC3E}">
        <p14:creationId xmlns:p14="http://schemas.microsoft.com/office/powerpoint/2010/main" val="2987789608"/>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4.png"/><Relationship Id="rId1" Type="http://schemas.openxmlformats.org/officeDocument/2006/relationships/slideMaster" Target="../slideMasters/slideMaster1.xml"/><Relationship Id="rId4" Type="http://schemas.openxmlformats.org/officeDocument/2006/relationships/image" Target="../media/image3.jpeg"/></Relationships>
</file>

<file path=ppt/slideLayouts/_rels/slideLayout3.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3.jpeg"/></Relationships>
</file>

<file path=ppt/slideLayouts/_rels/slideLayout4.xml.rels><?xml version="1.0" encoding="UTF-8" standalone="yes"?>
<Relationships xmlns="http://schemas.openxmlformats.org/package/2006/relationships"><Relationship Id="rId3" Type="http://schemas.microsoft.com/office/2007/relationships/hdphoto" Target="../media/hdphoto3.wdp"/><Relationship Id="rId2" Type="http://schemas.openxmlformats.org/officeDocument/2006/relationships/image" Target="../media/image6.png"/><Relationship Id="rId1" Type="http://schemas.openxmlformats.org/officeDocument/2006/relationships/slideMaster" Target="../slideMasters/slideMaster1.xml"/><Relationship Id="rId4" Type="http://schemas.openxmlformats.org/officeDocument/2006/relationships/image" Target="../media/image3.jpeg"/></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slideMaster" Target="../slideMasters/slideMaster2.xml"/><Relationship Id="rId1" Type="http://schemas.openxmlformats.org/officeDocument/2006/relationships/tags" Target="../tags/tag2.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slideMaster" Target="../slideMasters/slideMaster2.xml"/><Relationship Id="rId1" Type="http://schemas.openxmlformats.org/officeDocument/2006/relationships/tags" Target="../tags/tag3.xml"/><Relationship Id="rId5" Type="http://schemas.openxmlformats.org/officeDocument/2006/relationships/image" Target="../media/image3.jpeg"/><Relationship Id="rId4" Type="http://schemas.microsoft.com/office/2007/relationships/hdphoto" Target="../media/hdphoto1.wdp"/></Relationships>
</file>

<file path=ppt/slideLayouts/_rels/slideLayout23.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5.png"/><Relationship Id="rId1" Type="http://schemas.openxmlformats.org/officeDocument/2006/relationships/slideMaster" Target="../slideMasters/slideMaster2.xml"/><Relationship Id="rId4" Type="http://schemas.openxmlformats.org/officeDocument/2006/relationships/image" Target="../media/image3.jpeg"/></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slideMaster" Target="../slideMasters/slideMaster2.xml"/><Relationship Id="rId1" Type="http://schemas.openxmlformats.org/officeDocument/2006/relationships/tags" Target="../tags/tag4.xml"/><Relationship Id="rId5" Type="http://schemas.openxmlformats.org/officeDocument/2006/relationships/image" Target="../media/image3.jpeg"/><Relationship Id="rId4" Type="http://schemas.microsoft.com/office/2007/relationships/hdphoto" Target="../media/hdphoto3.wdp"/></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slideMaster" Target="../slideMasters/slideMaster2.xml"/><Relationship Id="rId1" Type="http://schemas.openxmlformats.org/officeDocument/2006/relationships/tags" Target="../tags/tag5.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slideMaster" Target="../slideMasters/slideMaster2.xml"/><Relationship Id="rId1" Type="http://schemas.openxmlformats.org/officeDocument/2006/relationships/tags" Target="../tags/tag6.xml"/></Relationships>
</file>

<file path=ppt/slideLayouts/_rels/slideLayout28.xml.rels><?xml version="1.0" encoding="UTF-8" standalone="yes"?>
<Relationships xmlns="http://schemas.openxmlformats.org/package/2006/relationships"><Relationship Id="rId2" Type="http://schemas.openxmlformats.org/officeDocument/2006/relationships/slideMaster" Target="../slideMasters/slideMaster2.xml"/><Relationship Id="rId1" Type="http://schemas.openxmlformats.org/officeDocument/2006/relationships/tags" Target="../tags/tag7.xml"/></Relationships>
</file>

<file path=ppt/slideLayouts/_rels/slideLayout29.xml.rels><?xml version="1.0" encoding="UTF-8" standalone="yes"?>
<Relationships xmlns="http://schemas.openxmlformats.org/package/2006/relationships"><Relationship Id="rId2" Type="http://schemas.openxmlformats.org/officeDocument/2006/relationships/slideMaster" Target="../slideMasters/slideMaster2.xml"/><Relationship Id="rId1" Type="http://schemas.openxmlformats.org/officeDocument/2006/relationships/tags" Target="../tags/tag8.xml"/></Relationships>
</file>

<file path=ppt/slideLayouts/_rels/slideLayout30.xml.rels><?xml version="1.0" encoding="UTF-8" standalone="yes"?>
<Relationships xmlns="http://schemas.openxmlformats.org/package/2006/relationships"><Relationship Id="rId2" Type="http://schemas.openxmlformats.org/officeDocument/2006/relationships/slideMaster" Target="../slideMasters/slideMaster2.xml"/><Relationship Id="rId1" Type="http://schemas.openxmlformats.org/officeDocument/2006/relationships/tags" Target="../tags/tag9.xml"/></Relationships>
</file>

<file path=ppt/slideLayouts/_rels/slideLayout31.xml.rels><?xml version="1.0" encoding="UTF-8" standalone="yes"?>
<Relationships xmlns="http://schemas.openxmlformats.org/package/2006/relationships"><Relationship Id="rId2" Type="http://schemas.openxmlformats.org/officeDocument/2006/relationships/slideMaster" Target="../slideMasters/slideMaster2.xml"/><Relationship Id="rId1" Type="http://schemas.openxmlformats.org/officeDocument/2006/relationships/tags" Target="../tags/tag10.xml"/></Relationships>
</file>

<file path=ppt/slideLayouts/_rels/slideLayout32.xml.rels><?xml version="1.0" encoding="UTF-8" standalone="yes"?>
<Relationships xmlns="http://schemas.openxmlformats.org/package/2006/relationships"><Relationship Id="rId2" Type="http://schemas.openxmlformats.org/officeDocument/2006/relationships/slideMaster" Target="../slideMasters/slideMaster2.xml"/><Relationship Id="rId1" Type="http://schemas.openxmlformats.org/officeDocument/2006/relationships/tags" Target="../tags/tag1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2" Type="http://schemas.openxmlformats.org/officeDocument/2006/relationships/slideMaster" Target="../slideMasters/slideMaster2.xml"/><Relationship Id="rId1" Type="http://schemas.openxmlformats.org/officeDocument/2006/relationships/tags" Target="../tags/tag12.xml"/></Relationships>
</file>

<file path=ppt/slideLayouts/_rels/slideLayout36.xml.rels><?xml version="1.0" encoding="UTF-8" standalone="yes"?>
<Relationships xmlns="http://schemas.openxmlformats.org/package/2006/relationships"><Relationship Id="rId2" Type="http://schemas.openxmlformats.org/officeDocument/2006/relationships/slideMaster" Target="../slideMasters/slideMaster2.xml"/><Relationship Id="rId1" Type="http://schemas.openxmlformats.org/officeDocument/2006/relationships/tags" Target="../tags/tag13.xml"/></Relationships>
</file>

<file path=ppt/slideLayouts/_rels/slideLayout37.xml.rels><?xml version="1.0" encoding="UTF-8" standalone="yes"?>
<Relationships xmlns="http://schemas.openxmlformats.org/package/2006/relationships"><Relationship Id="rId2" Type="http://schemas.openxmlformats.org/officeDocument/2006/relationships/slideMaster" Target="../slideMasters/slideMaster2.xml"/><Relationship Id="rId1" Type="http://schemas.openxmlformats.org/officeDocument/2006/relationships/tags" Target="../tags/tag1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slideMaster" Target="../slideMasters/slideMaster2.xml"/><Relationship Id="rId1" Type="http://schemas.openxmlformats.org/officeDocument/2006/relationships/tags" Target="../tags/tag15.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Title Slide A">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1E63BC3E-8BC0-9941-844D-C5B29BBD726A}"/>
              </a:ext>
              <a:ext uri="{C183D7F6-B498-43B3-948B-1728B52AA6E4}">
                <adec:decorative xmlns:adec="http://schemas.microsoft.com/office/drawing/2017/decorative" val="1"/>
              </a:ext>
            </a:extLst>
          </p:cNvPr>
          <p:cNvSpPr/>
          <p:nvPr userDrawn="1"/>
        </p:nvSpPr>
        <p:spPr>
          <a:xfrm>
            <a:off x="0" y="0"/>
            <a:ext cx="12224569" cy="6858000"/>
          </a:xfrm>
          <a:prstGeom prst="rect">
            <a:avLst/>
          </a:prstGeom>
          <a:gradFill flip="none" rotWithShape="1">
            <a:gsLst>
              <a:gs pos="0">
                <a:srgbClr val="0C488E"/>
              </a:gs>
              <a:gs pos="83000">
                <a:srgbClr val="00061A"/>
              </a:gs>
              <a:gs pos="0">
                <a:srgbClr val="0F4372"/>
              </a:gs>
              <a:gs pos="34000">
                <a:srgbClr val="0F4372"/>
              </a:gs>
            </a:gsLst>
            <a:lin ang="126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19" name="Text Placeholder 7">
            <a:extLst>
              <a:ext uri="{FF2B5EF4-FFF2-40B4-BE49-F238E27FC236}">
                <a16:creationId xmlns:a16="http://schemas.microsoft.com/office/drawing/2014/main" id="{7EDA747F-1CB7-F54E-B0A8-CA3CBC597EA1}"/>
              </a:ext>
              <a:ext uri="{C183D7F6-B498-43B3-948B-1728B52AA6E4}">
                <adec:decorative xmlns:adec="http://schemas.microsoft.com/office/drawing/2017/decorative" val="1"/>
              </a:ext>
            </a:extLst>
          </p:cNvPr>
          <p:cNvSpPr>
            <a:spLocks noGrp="1"/>
          </p:cNvSpPr>
          <p:nvPr>
            <p:ph type="body" sz="quarter" idx="10" hasCustomPrompt="1"/>
          </p:nvPr>
        </p:nvSpPr>
        <p:spPr>
          <a:xfrm>
            <a:off x="3929063" y="4833526"/>
            <a:ext cx="7380287" cy="933450"/>
          </a:xfrm>
        </p:spPr>
        <p:txBody>
          <a:bodyPr/>
          <a:lstStyle>
            <a:lvl1pPr algn="r">
              <a:buNone/>
              <a:defRPr sz="1800">
                <a:solidFill>
                  <a:schemeClr val="bg1"/>
                </a:solidFill>
                <a:latin typeface="+mn-lt"/>
              </a:defRPr>
            </a:lvl1pPr>
            <a:lvl2pPr>
              <a:buNone/>
              <a:defRPr sz="1800">
                <a:solidFill>
                  <a:schemeClr val="bg1"/>
                </a:solidFill>
                <a:latin typeface="+mn-lt"/>
              </a:defRPr>
            </a:lvl2pPr>
            <a:lvl3pPr>
              <a:buNone/>
              <a:defRPr sz="1800">
                <a:solidFill>
                  <a:schemeClr val="bg1"/>
                </a:solidFill>
                <a:latin typeface="+mn-lt"/>
              </a:defRPr>
            </a:lvl3pPr>
            <a:lvl4pPr>
              <a:buNone/>
              <a:defRPr sz="1800">
                <a:solidFill>
                  <a:schemeClr val="bg1"/>
                </a:solidFill>
                <a:latin typeface="+mn-lt"/>
              </a:defRPr>
            </a:lvl4pPr>
            <a:lvl5pPr>
              <a:buNone/>
              <a:defRPr sz="1800">
                <a:solidFill>
                  <a:schemeClr val="bg1"/>
                </a:solidFill>
                <a:latin typeface="+mn-lt"/>
              </a:defRPr>
            </a:lvl5pPr>
          </a:lstStyle>
          <a:p>
            <a:pPr lvl="0"/>
            <a:r>
              <a:rPr lang="en-US" dirty="0"/>
              <a:t>Click to edit: Add your </a:t>
            </a:r>
            <a:r>
              <a:rPr lang="en-AU" dirty="0"/>
              <a:t>department, faculty or division name here</a:t>
            </a:r>
            <a:endParaRPr lang="en-US" dirty="0"/>
          </a:p>
        </p:txBody>
      </p:sp>
      <p:sp>
        <p:nvSpPr>
          <p:cNvPr id="20" name="Subtitle 2">
            <a:extLst>
              <a:ext uri="{FF2B5EF4-FFF2-40B4-BE49-F238E27FC236}">
                <a16:creationId xmlns:a16="http://schemas.microsoft.com/office/drawing/2014/main" id="{935F116C-88D5-0D49-809F-8FE443A5E7CD}"/>
              </a:ext>
              <a:ext uri="{C183D7F6-B498-43B3-948B-1728B52AA6E4}">
                <adec:decorative xmlns:adec="http://schemas.microsoft.com/office/drawing/2017/decorative" val="1"/>
              </a:ext>
            </a:extLst>
          </p:cNvPr>
          <p:cNvSpPr>
            <a:spLocks noGrp="1"/>
          </p:cNvSpPr>
          <p:nvPr>
            <p:ph type="subTitle" idx="1" hasCustomPrompt="1"/>
          </p:nvPr>
        </p:nvSpPr>
        <p:spPr>
          <a:xfrm>
            <a:off x="3929063" y="4468172"/>
            <a:ext cx="7380370" cy="392650"/>
          </a:xfrm>
        </p:spPr>
        <p:txBody>
          <a:bodyPr>
            <a:normAutofit/>
          </a:bodyPr>
          <a:lstStyle>
            <a:lvl1pPr marL="0" indent="0" algn="r">
              <a:buNone/>
              <a:defRPr sz="2000" b="1">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Add your team or unit name here</a:t>
            </a:r>
            <a:endParaRPr lang="en-AU" dirty="0"/>
          </a:p>
        </p:txBody>
      </p:sp>
      <p:sp>
        <p:nvSpPr>
          <p:cNvPr id="21" name="Title 1">
            <a:extLst>
              <a:ext uri="{FF2B5EF4-FFF2-40B4-BE49-F238E27FC236}">
                <a16:creationId xmlns:a16="http://schemas.microsoft.com/office/drawing/2014/main" id="{CF636E63-7117-5041-893C-E7302B4C58AC}"/>
              </a:ext>
              <a:ext uri="{C183D7F6-B498-43B3-948B-1728B52AA6E4}">
                <adec:decorative xmlns:adec="http://schemas.microsoft.com/office/drawing/2017/decorative" val="1"/>
              </a:ext>
            </a:extLst>
          </p:cNvPr>
          <p:cNvSpPr>
            <a:spLocks noGrp="1"/>
          </p:cNvSpPr>
          <p:nvPr>
            <p:ph type="ctrTitle" hasCustomPrompt="1"/>
          </p:nvPr>
        </p:nvSpPr>
        <p:spPr>
          <a:xfrm>
            <a:off x="3929063" y="2481443"/>
            <a:ext cx="7380370" cy="1904842"/>
          </a:xfrm>
        </p:spPr>
        <p:txBody>
          <a:bodyPr anchor="b" anchorCtr="0">
            <a:normAutofit/>
          </a:bodyPr>
          <a:lstStyle>
            <a:lvl1pPr algn="r">
              <a:defRPr sz="5400" b="1">
                <a:solidFill>
                  <a:schemeClr val="bg1"/>
                </a:solidFill>
              </a:defRPr>
            </a:lvl1pPr>
          </a:lstStyle>
          <a:p>
            <a:r>
              <a:rPr lang="en-US" dirty="0"/>
              <a:t>Click to edit: Presentation Title</a:t>
            </a:r>
            <a:endParaRPr lang="en-AU" dirty="0"/>
          </a:p>
        </p:txBody>
      </p:sp>
      <p:pic>
        <p:nvPicPr>
          <p:cNvPr id="22" name="Picture 21" descr="Logo - Queensland University of Technology">
            <a:extLst>
              <a:ext uri="{FF2B5EF4-FFF2-40B4-BE49-F238E27FC236}">
                <a16:creationId xmlns:a16="http://schemas.microsoft.com/office/drawing/2014/main" id="{DA91A798-491D-074B-8E2D-C132539F5E0D}"/>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462943" y="503285"/>
            <a:ext cx="1090125" cy="1090125"/>
          </a:xfrm>
          <a:prstGeom prst="rect">
            <a:avLst/>
          </a:prstGeom>
        </p:spPr>
      </p:pic>
    </p:spTree>
    <p:extLst>
      <p:ext uri="{BB962C8B-B14F-4D97-AF65-F5344CB8AC3E}">
        <p14:creationId xmlns:p14="http://schemas.microsoft.com/office/powerpoint/2010/main" val="1943719947"/>
      </p:ext>
    </p:extLst>
  </p:cSld>
  <p:clrMapOvr>
    <a:masterClrMapping/>
  </p:clrMapOvr>
  <p:transition spd="med">
    <p:fade/>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Title Slide B">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82DCAA9-E406-47F1-A9BE-27E854E6BB57}"/>
              </a:ext>
              <a:ext uri="{C183D7F6-B498-43B3-948B-1728B52AA6E4}">
                <adec:decorative xmlns:adec="http://schemas.microsoft.com/office/drawing/2017/decorative" val="1"/>
              </a:ext>
            </a:extLst>
          </p:cNvPr>
          <p:cNvPicPr>
            <a:picLocks noChangeAspect="1"/>
          </p:cNvPicPr>
          <p:nvPr userDrawn="1"/>
        </p:nvPicPr>
        <p:blipFill rotWithShape="1">
          <a:blip r:embed="rId2" cstate="email">
            <a:extLst>
              <a:ext uri="{BEBA8EAE-BF5A-486C-A8C5-ECC9F3942E4B}">
                <a14:imgProps xmlns:a14="http://schemas.microsoft.com/office/drawing/2010/main">
                  <a14:imgLayer r:embed="rId3">
                    <a14:imgEffect>
                      <a14:brightnessContrast contrast="20000"/>
                    </a14:imgEffect>
                  </a14:imgLayer>
                </a14:imgProps>
              </a:ext>
              <a:ext uri="{28A0092B-C50C-407E-A947-70E740481C1C}">
                <a14:useLocalDpi xmlns:a14="http://schemas.microsoft.com/office/drawing/2010/main"/>
              </a:ext>
            </a:extLst>
          </a:blip>
          <a:srcRect/>
          <a:stretch/>
        </p:blipFill>
        <p:spPr>
          <a:xfrm flipV="1">
            <a:off x="0" y="234"/>
            <a:ext cx="12192000" cy="6857531"/>
          </a:xfrm>
          <a:prstGeom prst="rect">
            <a:avLst/>
          </a:prstGeom>
        </p:spPr>
      </p:pic>
      <p:sp>
        <p:nvSpPr>
          <p:cNvPr id="8" name="Text Placeholder 7">
            <a:extLst>
              <a:ext uri="{FF2B5EF4-FFF2-40B4-BE49-F238E27FC236}">
                <a16:creationId xmlns:a16="http://schemas.microsoft.com/office/drawing/2014/main" id="{74D90552-88DD-4DA4-992A-7250A7A902D8}"/>
              </a:ext>
              <a:ext uri="{C183D7F6-B498-43B3-948B-1728B52AA6E4}">
                <adec:decorative xmlns:adec="http://schemas.microsoft.com/office/drawing/2017/decorative" val="1"/>
              </a:ext>
            </a:extLst>
          </p:cNvPr>
          <p:cNvSpPr>
            <a:spLocks noGrp="1"/>
          </p:cNvSpPr>
          <p:nvPr>
            <p:ph type="body" sz="quarter" idx="10" hasCustomPrompt="1"/>
          </p:nvPr>
        </p:nvSpPr>
        <p:spPr>
          <a:xfrm>
            <a:off x="790864" y="4843624"/>
            <a:ext cx="7380287" cy="933450"/>
          </a:xfrm>
        </p:spPr>
        <p:txBody>
          <a:bodyPr/>
          <a:lstStyle>
            <a:lvl1pPr algn="l">
              <a:buNone/>
              <a:defRPr sz="1800">
                <a:solidFill>
                  <a:schemeClr val="bg1"/>
                </a:solidFill>
                <a:latin typeface="+mn-lt"/>
              </a:defRPr>
            </a:lvl1pPr>
            <a:lvl2pPr>
              <a:buNone/>
              <a:defRPr sz="1800">
                <a:solidFill>
                  <a:schemeClr val="bg1"/>
                </a:solidFill>
                <a:latin typeface="+mn-lt"/>
              </a:defRPr>
            </a:lvl2pPr>
            <a:lvl3pPr>
              <a:buNone/>
              <a:defRPr sz="1800">
                <a:solidFill>
                  <a:schemeClr val="bg1"/>
                </a:solidFill>
                <a:latin typeface="+mn-lt"/>
              </a:defRPr>
            </a:lvl3pPr>
            <a:lvl4pPr>
              <a:buNone/>
              <a:defRPr sz="1800">
                <a:solidFill>
                  <a:schemeClr val="bg1"/>
                </a:solidFill>
                <a:latin typeface="+mn-lt"/>
              </a:defRPr>
            </a:lvl4pPr>
            <a:lvl5pPr>
              <a:buNone/>
              <a:defRPr sz="1800">
                <a:solidFill>
                  <a:schemeClr val="bg1"/>
                </a:solidFill>
                <a:latin typeface="+mn-lt"/>
              </a:defRPr>
            </a:lvl5pPr>
          </a:lstStyle>
          <a:p>
            <a:pPr lvl="0"/>
            <a:r>
              <a:rPr lang="en-US" dirty="0"/>
              <a:t>Click to edit: Add your </a:t>
            </a:r>
            <a:r>
              <a:rPr lang="en-AU" dirty="0"/>
              <a:t>department, faculty or division name here</a:t>
            </a:r>
            <a:endParaRPr lang="en-US" dirty="0"/>
          </a:p>
        </p:txBody>
      </p:sp>
      <p:sp>
        <p:nvSpPr>
          <p:cNvPr id="14" name="Subtitle 2">
            <a:extLst>
              <a:ext uri="{FF2B5EF4-FFF2-40B4-BE49-F238E27FC236}">
                <a16:creationId xmlns:a16="http://schemas.microsoft.com/office/drawing/2014/main" id="{38852B28-BE93-4587-9CED-815C7F6AB19E}"/>
              </a:ext>
              <a:ext uri="{C183D7F6-B498-43B3-948B-1728B52AA6E4}">
                <adec:decorative xmlns:adec="http://schemas.microsoft.com/office/drawing/2017/decorative" val="1"/>
              </a:ext>
            </a:extLst>
          </p:cNvPr>
          <p:cNvSpPr>
            <a:spLocks noGrp="1"/>
          </p:cNvSpPr>
          <p:nvPr>
            <p:ph type="subTitle" idx="1" hasCustomPrompt="1"/>
          </p:nvPr>
        </p:nvSpPr>
        <p:spPr>
          <a:xfrm>
            <a:off x="790864" y="4478270"/>
            <a:ext cx="7380370" cy="392650"/>
          </a:xfrm>
        </p:spPr>
        <p:txBody>
          <a:bodyPr>
            <a:normAutofit/>
          </a:bodyPr>
          <a:lstStyle>
            <a:lvl1pPr marL="0" indent="0" algn="l">
              <a:buNone/>
              <a:defRPr sz="2000" b="1">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Add your team or unit name here</a:t>
            </a:r>
            <a:endParaRPr lang="en-AU" dirty="0"/>
          </a:p>
        </p:txBody>
      </p:sp>
      <p:sp>
        <p:nvSpPr>
          <p:cNvPr id="13" name="Title 1">
            <a:extLst>
              <a:ext uri="{FF2B5EF4-FFF2-40B4-BE49-F238E27FC236}">
                <a16:creationId xmlns:a16="http://schemas.microsoft.com/office/drawing/2014/main" id="{27AC9D05-6B8D-4C45-A52A-EF3F6CE3D462}"/>
              </a:ext>
              <a:ext uri="{C183D7F6-B498-43B3-948B-1728B52AA6E4}">
                <adec:decorative xmlns:adec="http://schemas.microsoft.com/office/drawing/2017/decorative" val="1"/>
              </a:ext>
            </a:extLst>
          </p:cNvPr>
          <p:cNvSpPr>
            <a:spLocks noGrp="1"/>
          </p:cNvSpPr>
          <p:nvPr>
            <p:ph type="ctrTitle" hasCustomPrompt="1"/>
          </p:nvPr>
        </p:nvSpPr>
        <p:spPr>
          <a:xfrm>
            <a:off x="790864" y="2562385"/>
            <a:ext cx="7380370" cy="1833997"/>
          </a:xfrm>
        </p:spPr>
        <p:txBody>
          <a:bodyPr anchor="b" anchorCtr="0">
            <a:normAutofit/>
          </a:bodyPr>
          <a:lstStyle>
            <a:lvl1pPr algn="l">
              <a:defRPr sz="5400" b="1">
                <a:solidFill>
                  <a:schemeClr val="bg1"/>
                </a:solidFill>
              </a:defRPr>
            </a:lvl1pPr>
          </a:lstStyle>
          <a:p>
            <a:r>
              <a:rPr lang="en-US" dirty="0"/>
              <a:t>Click to edit: Presentation Title</a:t>
            </a:r>
            <a:endParaRPr lang="en-AU" dirty="0"/>
          </a:p>
        </p:txBody>
      </p:sp>
      <p:pic>
        <p:nvPicPr>
          <p:cNvPr id="9" name="Picture 8" descr="Logo - Queensland University of Technology">
            <a:extLst>
              <a:ext uri="{FF2B5EF4-FFF2-40B4-BE49-F238E27FC236}">
                <a16:creationId xmlns:a16="http://schemas.microsoft.com/office/drawing/2014/main" id="{6DE42A25-5AE4-449F-B328-DD4552C6A133}"/>
              </a:ext>
            </a:extLst>
          </p:cNvPr>
          <p:cNvPicPr>
            <a:picLocks noChangeAspect="1"/>
          </p:cNvPicPr>
          <p:nvPr userDrawn="1"/>
        </p:nvPicPr>
        <p:blipFill>
          <a:blip r:embed="rId4" cstate="screen">
            <a:extLst>
              <a:ext uri="{28A0092B-C50C-407E-A947-70E740481C1C}">
                <a14:useLocalDpi xmlns:a14="http://schemas.microsoft.com/office/drawing/2010/main"/>
              </a:ext>
            </a:extLst>
          </a:blip>
          <a:stretch>
            <a:fillRect/>
          </a:stretch>
        </p:blipFill>
        <p:spPr>
          <a:xfrm>
            <a:off x="10512000" y="504000"/>
            <a:ext cx="1080000" cy="1080000"/>
          </a:xfrm>
          <a:prstGeom prst="rect">
            <a:avLst/>
          </a:prstGeom>
        </p:spPr>
      </p:pic>
    </p:spTree>
    <p:extLst>
      <p:ext uri="{BB962C8B-B14F-4D97-AF65-F5344CB8AC3E}">
        <p14:creationId xmlns:p14="http://schemas.microsoft.com/office/powerpoint/2010/main" val="1489363022"/>
      </p:ext>
    </p:extLst>
  </p:cSld>
  <p:clrMapOvr>
    <a:masterClrMapping/>
  </p:clrMapOvr>
  <p:transition spd="med">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Title Slide C">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B012886-D20F-4F2C-87BD-AA30C135A362}"/>
              </a:ext>
              <a:ext uri="{C183D7F6-B498-43B3-948B-1728B52AA6E4}">
                <adec:decorative xmlns:adec="http://schemas.microsoft.com/office/drawing/2017/decorative" val="1"/>
              </a:ext>
            </a:extLst>
          </p:cNvPr>
          <p:cNvPicPr>
            <a:picLocks noChangeAspect="1"/>
          </p:cNvPicPr>
          <p:nvPr userDrawn="1"/>
        </p:nvPicPr>
        <p:blipFill rotWithShape="1">
          <a:blip r:embed="rId2" cstate="email">
            <a:extLst>
              <a:ext uri="{BEBA8EAE-BF5A-486C-A8C5-ECC9F3942E4B}">
                <a14:imgProps xmlns:a14="http://schemas.microsoft.com/office/drawing/2010/main">
                  <a14:imgLayer r:embed="rId3">
                    <a14:imgEffect>
                      <a14:brightnessContrast bright="-40000" contrast="-20000"/>
                    </a14:imgEffect>
                  </a14:imgLayer>
                </a14:imgProps>
              </a:ext>
              <a:ext uri="{28A0092B-C50C-407E-A947-70E740481C1C}">
                <a14:useLocalDpi xmlns:a14="http://schemas.microsoft.com/office/drawing/2010/main"/>
              </a:ext>
            </a:extLst>
          </a:blip>
          <a:srcRect/>
          <a:stretch/>
        </p:blipFill>
        <p:spPr>
          <a:xfrm>
            <a:off x="0" y="0"/>
            <a:ext cx="12192000" cy="6858001"/>
          </a:xfrm>
          <a:prstGeom prst="rect">
            <a:avLst/>
          </a:prstGeom>
        </p:spPr>
      </p:pic>
      <p:sp>
        <p:nvSpPr>
          <p:cNvPr id="10" name="Text Placeholder 7">
            <a:extLst>
              <a:ext uri="{FF2B5EF4-FFF2-40B4-BE49-F238E27FC236}">
                <a16:creationId xmlns:a16="http://schemas.microsoft.com/office/drawing/2014/main" id="{7F05BDEE-5B2B-40DE-9598-EC6DAA4C8079}"/>
              </a:ext>
              <a:ext uri="{C183D7F6-B498-43B3-948B-1728B52AA6E4}">
                <adec:decorative xmlns:adec="http://schemas.microsoft.com/office/drawing/2017/decorative" val="1"/>
              </a:ext>
            </a:extLst>
          </p:cNvPr>
          <p:cNvSpPr>
            <a:spLocks noGrp="1"/>
          </p:cNvSpPr>
          <p:nvPr>
            <p:ph type="body" sz="quarter" idx="10" hasCustomPrompt="1"/>
          </p:nvPr>
        </p:nvSpPr>
        <p:spPr>
          <a:xfrm>
            <a:off x="790864" y="4843624"/>
            <a:ext cx="7380287" cy="933450"/>
          </a:xfrm>
        </p:spPr>
        <p:txBody>
          <a:bodyPr/>
          <a:lstStyle>
            <a:lvl1pPr algn="l">
              <a:buNone/>
              <a:defRPr sz="1800">
                <a:solidFill>
                  <a:schemeClr val="bg1"/>
                </a:solidFill>
                <a:latin typeface="+mn-lt"/>
              </a:defRPr>
            </a:lvl1pPr>
            <a:lvl2pPr>
              <a:buNone/>
              <a:defRPr sz="1800">
                <a:solidFill>
                  <a:schemeClr val="bg1"/>
                </a:solidFill>
                <a:latin typeface="+mn-lt"/>
              </a:defRPr>
            </a:lvl2pPr>
            <a:lvl3pPr>
              <a:buNone/>
              <a:defRPr sz="1800">
                <a:solidFill>
                  <a:schemeClr val="bg1"/>
                </a:solidFill>
                <a:latin typeface="+mn-lt"/>
              </a:defRPr>
            </a:lvl3pPr>
            <a:lvl4pPr>
              <a:buNone/>
              <a:defRPr sz="1800">
                <a:solidFill>
                  <a:schemeClr val="bg1"/>
                </a:solidFill>
                <a:latin typeface="+mn-lt"/>
              </a:defRPr>
            </a:lvl4pPr>
            <a:lvl5pPr>
              <a:buNone/>
              <a:defRPr sz="1800">
                <a:solidFill>
                  <a:schemeClr val="bg1"/>
                </a:solidFill>
                <a:latin typeface="+mn-lt"/>
              </a:defRPr>
            </a:lvl5pPr>
          </a:lstStyle>
          <a:p>
            <a:pPr lvl="0"/>
            <a:r>
              <a:rPr lang="en-US" dirty="0"/>
              <a:t>Click to edit: Add your </a:t>
            </a:r>
            <a:r>
              <a:rPr lang="en-AU" dirty="0"/>
              <a:t>department, faculty or division name here</a:t>
            </a:r>
            <a:endParaRPr lang="en-US" dirty="0"/>
          </a:p>
        </p:txBody>
      </p:sp>
      <p:sp>
        <p:nvSpPr>
          <p:cNvPr id="9" name="Subtitle 2">
            <a:extLst>
              <a:ext uri="{FF2B5EF4-FFF2-40B4-BE49-F238E27FC236}">
                <a16:creationId xmlns:a16="http://schemas.microsoft.com/office/drawing/2014/main" id="{76E70064-B817-42D9-83A5-81B9B37631A9}"/>
              </a:ext>
              <a:ext uri="{C183D7F6-B498-43B3-948B-1728B52AA6E4}">
                <adec:decorative xmlns:adec="http://schemas.microsoft.com/office/drawing/2017/decorative" val="1"/>
              </a:ext>
            </a:extLst>
          </p:cNvPr>
          <p:cNvSpPr>
            <a:spLocks noGrp="1"/>
          </p:cNvSpPr>
          <p:nvPr>
            <p:ph type="subTitle" idx="1" hasCustomPrompt="1"/>
          </p:nvPr>
        </p:nvSpPr>
        <p:spPr>
          <a:xfrm>
            <a:off x="790864" y="4478270"/>
            <a:ext cx="7380370" cy="392650"/>
          </a:xfrm>
        </p:spPr>
        <p:txBody>
          <a:bodyPr>
            <a:normAutofit/>
          </a:bodyPr>
          <a:lstStyle>
            <a:lvl1pPr marL="0" indent="0" algn="l">
              <a:buNone/>
              <a:defRPr sz="2000" b="1">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Add your team or unit name here</a:t>
            </a:r>
            <a:endParaRPr lang="en-AU" dirty="0"/>
          </a:p>
        </p:txBody>
      </p:sp>
      <p:sp>
        <p:nvSpPr>
          <p:cNvPr id="7" name="Title 1">
            <a:extLst>
              <a:ext uri="{FF2B5EF4-FFF2-40B4-BE49-F238E27FC236}">
                <a16:creationId xmlns:a16="http://schemas.microsoft.com/office/drawing/2014/main" id="{D427DC83-3791-4348-8D31-9DC78A111BB3}"/>
              </a:ext>
              <a:ext uri="{C183D7F6-B498-43B3-948B-1728B52AA6E4}">
                <adec:decorative xmlns:adec="http://schemas.microsoft.com/office/drawing/2017/decorative" val="1"/>
              </a:ext>
            </a:extLst>
          </p:cNvPr>
          <p:cNvSpPr>
            <a:spLocks noGrp="1"/>
          </p:cNvSpPr>
          <p:nvPr>
            <p:ph type="ctrTitle" hasCustomPrompt="1"/>
          </p:nvPr>
        </p:nvSpPr>
        <p:spPr>
          <a:xfrm>
            <a:off x="790864" y="2562385"/>
            <a:ext cx="7380370" cy="1833997"/>
          </a:xfrm>
        </p:spPr>
        <p:txBody>
          <a:bodyPr anchor="b" anchorCtr="0">
            <a:normAutofit/>
          </a:bodyPr>
          <a:lstStyle>
            <a:lvl1pPr algn="l">
              <a:defRPr sz="5400" b="1">
                <a:solidFill>
                  <a:schemeClr val="bg1"/>
                </a:solidFill>
              </a:defRPr>
            </a:lvl1pPr>
          </a:lstStyle>
          <a:p>
            <a:r>
              <a:rPr lang="en-US" dirty="0"/>
              <a:t>Click to edit: Presentation Title</a:t>
            </a:r>
            <a:endParaRPr lang="en-AU" dirty="0"/>
          </a:p>
        </p:txBody>
      </p:sp>
      <p:pic>
        <p:nvPicPr>
          <p:cNvPr id="11" name="Picture 10" descr="Logo - Queensland University of Technology">
            <a:extLst>
              <a:ext uri="{FF2B5EF4-FFF2-40B4-BE49-F238E27FC236}">
                <a16:creationId xmlns:a16="http://schemas.microsoft.com/office/drawing/2014/main" id="{527B596C-953A-4847-80C0-3916DC974D73}"/>
              </a:ext>
            </a:extLst>
          </p:cNvPr>
          <p:cNvPicPr>
            <a:picLocks noChangeAspect="1"/>
          </p:cNvPicPr>
          <p:nvPr userDrawn="1"/>
        </p:nvPicPr>
        <p:blipFill>
          <a:blip r:embed="rId4" cstate="screen">
            <a:extLst>
              <a:ext uri="{28A0092B-C50C-407E-A947-70E740481C1C}">
                <a14:useLocalDpi xmlns:a14="http://schemas.microsoft.com/office/drawing/2010/main"/>
              </a:ext>
            </a:extLst>
          </a:blip>
          <a:stretch>
            <a:fillRect/>
          </a:stretch>
        </p:blipFill>
        <p:spPr>
          <a:xfrm>
            <a:off x="10512000" y="504000"/>
            <a:ext cx="1080000" cy="1080000"/>
          </a:xfrm>
          <a:prstGeom prst="rect">
            <a:avLst/>
          </a:prstGeom>
        </p:spPr>
      </p:pic>
    </p:spTree>
    <p:extLst>
      <p:ext uri="{BB962C8B-B14F-4D97-AF65-F5344CB8AC3E}">
        <p14:creationId xmlns:p14="http://schemas.microsoft.com/office/powerpoint/2010/main" val="1691465773"/>
      </p:ext>
    </p:extLst>
  </p:cSld>
  <p:clrMapOvr>
    <a:masterClrMapping/>
  </p:clrMapOvr>
  <p:transition spd="med">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Title Slide 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B77EB0A-FD63-4491-8E9A-A41B15A13E47}"/>
              </a:ext>
              <a:ext uri="{C183D7F6-B498-43B3-948B-1728B52AA6E4}">
                <adec:decorative xmlns:adec="http://schemas.microsoft.com/office/drawing/2017/decorative" val="1"/>
              </a:ext>
            </a:extLst>
          </p:cNvPr>
          <p:cNvPicPr>
            <a:picLocks noChangeAspect="1"/>
          </p:cNvPicPr>
          <p:nvPr userDrawn="1"/>
        </p:nvPicPr>
        <p:blipFill rotWithShape="1">
          <a:blip r:embed="rId2" cstate="screen">
            <a:extLst>
              <a:ext uri="{BEBA8EAE-BF5A-486C-A8C5-ECC9F3942E4B}">
                <a14:imgProps xmlns:a14="http://schemas.microsoft.com/office/drawing/2010/main">
                  <a14:imgLayer r:embed="rId3">
                    <a14:imgEffect>
                      <a14:brightnessContrast bright="20000" contrast="20000"/>
                    </a14:imgEffect>
                  </a14:imgLayer>
                </a14:imgProps>
              </a:ext>
              <a:ext uri="{28A0092B-C50C-407E-A947-70E740481C1C}">
                <a14:useLocalDpi xmlns:a14="http://schemas.microsoft.com/office/drawing/2010/main"/>
              </a:ext>
            </a:extLst>
          </a:blip>
          <a:srcRect l="7635" t="10269" r="2641" b="6"/>
          <a:stretch/>
        </p:blipFill>
        <p:spPr>
          <a:xfrm>
            <a:off x="-1" y="1"/>
            <a:ext cx="12192001" cy="6858000"/>
          </a:xfrm>
          <a:prstGeom prst="rect">
            <a:avLst/>
          </a:prstGeom>
        </p:spPr>
      </p:pic>
      <p:sp>
        <p:nvSpPr>
          <p:cNvPr id="10" name="Text Placeholder 7">
            <a:extLst>
              <a:ext uri="{FF2B5EF4-FFF2-40B4-BE49-F238E27FC236}">
                <a16:creationId xmlns:a16="http://schemas.microsoft.com/office/drawing/2014/main" id="{141F6C71-6539-411D-B9F4-970D4FA64873}"/>
              </a:ext>
              <a:ext uri="{C183D7F6-B498-43B3-948B-1728B52AA6E4}">
                <adec:decorative xmlns:adec="http://schemas.microsoft.com/office/drawing/2017/decorative" val="1"/>
              </a:ext>
            </a:extLst>
          </p:cNvPr>
          <p:cNvSpPr>
            <a:spLocks noGrp="1"/>
          </p:cNvSpPr>
          <p:nvPr>
            <p:ph type="body" sz="quarter" idx="10" hasCustomPrompt="1"/>
          </p:nvPr>
        </p:nvSpPr>
        <p:spPr>
          <a:xfrm>
            <a:off x="790864" y="4843624"/>
            <a:ext cx="7380287" cy="933450"/>
          </a:xfrm>
        </p:spPr>
        <p:txBody>
          <a:bodyPr/>
          <a:lstStyle>
            <a:lvl1pPr algn="l">
              <a:buNone/>
              <a:defRPr sz="1800">
                <a:solidFill>
                  <a:schemeClr val="bg1"/>
                </a:solidFill>
                <a:latin typeface="+mn-lt"/>
              </a:defRPr>
            </a:lvl1pPr>
            <a:lvl2pPr>
              <a:buNone/>
              <a:defRPr sz="1800">
                <a:solidFill>
                  <a:schemeClr val="bg1"/>
                </a:solidFill>
                <a:latin typeface="+mn-lt"/>
              </a:defRPr>
            </a:lvl2pPr>
            <a:lvl3pPr>
              <a:buNone/>
              <a:defRPr sz="1800">
                <a:solidFill>
                  <a:schemeClr val="bg1"/>
                </a:solidFill>
                <a:latin typeface="+mn-lt"/>
              </a:defRPr>
            </a:lvl3pPr>
            <a:lvl4pPr>
              <a:buNone/>
              <a:defRPr sz="1800">
                <a:solidFill>
                  <a:schemeClr val="bg1"/>
                </a:solidFill>
                <a:latin typeface="+mn-lt"/>
              </a:defRPr>
            </a:lvl4pPr>
            <a:lvl5pPr>
              <a:buNone/>
              <a:defRPr sz="1800">
                <a:solidFill>
                  <a:schemeClr val="bg1"/>
                </a:solidFill>
                <a:latin typeface="+mn-lt"/>
              </a:defRPr>
            </a:lvl5pPr>
          </a:lstStyle>
          <a:p>
            <a:pPr lvl="0"/>
            <a:r>
              <a:rPr lang="en-US" dirty="0"/>
              <a:t>Click to edit: Add your </a:t>
            </a:r>
            <a:r>
              <a:rPr lang="en-AU" dirty="0"/>
              <a:t>department, faculty or division name here</a:t>
            </a:r>
            <a:endParaRPr lang="en-US" dirty="0"/>
          </a:p>
        </p:txBody>
      </p:sp>
      <p:sp>
        <p:nvSpPr>
          <p:cNvPr id="9" name="Subtitle 2">
            <a:extLst>
              <a:ext uri="{FF2B5EF4-FFF2-40B4-BE49-F238E27FC236}">
                <a16:creationId xmlns:a16="http://schemas.microsoft.com/office/drawing/2014/main" id="{4F34A4F6-0043-4B71-B53D-168738877617}"/>
              </a:ext>
              <a:ext uri="{C183D7F6-B498-43B3-948B-1728B52AA6E4}">
                <adec:decorative xmlns:adec="http://schemas.microsoft.com/office/drawing/2017/decorative" val="1"/>
              </a:ext>
            </a:extLst>
          </p:cNvPr>
          <p:cNvSpPr>
            <a:spLocks noGrp="1"/>
          </p:cNvSpPr>
          <p:nvPr>
            <p:ph type="subTitle" idx="1" hasCustomPrompt="1"/>
          </p:nvPr>
        </p:nvSpPr>
        <p:spPr>
          <a:xfrm>
            <a:off x="790864" y="4478270"/>
            <a:ext cx="7380370" cy="392650"/>
          </a:xfrm>
        </p:spPr>
        <p:txBody>
          <a:bodyPr>
            <a:normAutofit/>
          </a:bodyPr>
          <a:lstStyle>
            <a:lvl1pPr marL="0" indent="0" algn="l">
              <a:buNone/>
              <a:defRPr sz="2000" b="1">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Add your team or unit name here</a:t>
            </a:r>
            <a:endParaRPr lang="en-AU" dirty="0"/>
          </a:p>
        </p:txBody>
      </p:sp>
      <p:sp>
        <p:nvSpPr>
          <p:cNvPr id="7" name="Title 1">
            <a:extLst>
              <a:ext uri="{FF2B5EF4-FFF2-40B4-BE49-F238E27FC236}">
                <a16:creationId xmlns:a16="http://schemas.microsoft.com/office/drawing/2014/main" id="{61B0F8D3-1A5D-4A55-95F5-BD6A49BF3899}"/>
              </a:ext>
              <a:ext uri="{C183D7F6-B498-43B3-948B-1728B52AA6E4}">
                <adec:decorative xmlns:adec="http://schemas.microsoft.com/office/drawing/2017/decorative" val="1"/>
              </a:ext>
            </a:extLst>
          </p:cNvPr>
          <p:cNvSpPr>
            <a:spLocks noGrp="1"/>
          </p:cNvSpPr>
          <p:nvPr>
            <p:ph type="ctrTitle" hasCustomPrompt="1"/>
          </p:nvPr>
        </p:nvSpPr>
        <p:spPr>
          <a:xfrm>
            <a:off x="790864" y="2562385"/>
            <a:ext cx="7380370" cy="1833997"/>
          </a:xfrm>
        </p:spPr>
        <p:txBody>
          <a:bodyPr anchor="b" anchorCtr="0">
            <a:normAutofit/>
          </a:bodyPr>
          <a:lstStyle>
            <a:lvl1pPr algn="l">
              <a:defRPr sz="5400" b="1">
                <a:solidFill>
                  <a:schemeClr val="bg1"/>
                </a:solidFill>
              </a:defRPr>
            </a:lvl1pPr>
          </a:lstStyle>
          <a:p>
            <a:r>
              <a:rPr lang="en-US" dirty="0"/>
              <a:t>Click to edit: Presentation Title</a:t>
            </a:r>
            <a:endParaRPr lang="en-AU" dirty="0"/>
          </a:p>
        </p:txBody>
      </p:sp>
      <p:pic>
        <p:nvPicPr>
          <p:cNvPr id="8" name="Picture 7" descr="Logo - Queensland University of Technology">
            <a:extLst>
              <a:ext uri="{FF2B5EF4-FFF2-40B4-BE49-F238E27FC236}">
                <a16:creationId xmlns:a16="http://schemas.microsoft.com/office/drawing/2014/main" id="{E68D00FF-962A-48A5-9BA7-FA299BBC958A}"/>
              </a:ext>
            </a:extLst>
          </p:cNvPr>
          <p:cNvPicPr>
            <a:picLocks noChangeAspect="1"/>
          </p:cNvPicPr>
          <p:nvPr userDrawn="1"/>
        </p:nvPicPr>
        <p:blipFill>
          <a:blip r:embed="rId4" cstate="screen">
            <a:extLst>
              <a:ext uri="{28A0092B-C50C-407E-A947-70E740481C1C}">
                <a14:useLocalDpi xmlns:a14="http://schemas.microsoft.com/office/drawing/2010/main"/>
              </a:ext>
            </a:extLst>
          </a:blip>
          <a:stretch>
            <a:fillRect/>
          </a:stretch>
        </p:blipFill>
        <p:spPr>
          <a:xfrm>
            <a:off x="10512000" y="504000"/>
            <a:ext cx="1080000" cy="1080000"/>
          </a:xfrm>
          <a:prstGeom prst="rect">
            <a:avLst/>
          </a:prstGeom>
        </p:spPr>
      </p:pic>
    </p:spTree>
    <p:extLst>
      <p:ext uri="{BB962C8B-B14F-4D97-AF65-F5344CB8AC3E}">
        <p14:creationId xmlns:p14="http://schemas.microsoft.com/office/powerpoint/2010/main" val="2304860242"/>
      </p:ext>
    </p:extLst>
  </p:cSld>
  <p:clrMapOvr>
    <a:masterClrMapping/>
  </p:clrMapOvr>
  <p:transition spd="med">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Title Slide 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FCD9C7A-FB4B-4C32-BB94-381D14AD3156}"/>
              </a:ext>
              <a:ext uri="{C183D7F6-B498-43B3-948B-1728B52AA6E4}">
                <adec:decorative xmlns:adec="http://schemas.microsoft.com/office/drawing/2017/decorative" val="1"/>
              </a:ext>
            </a:extLst>
          </p:cNvPr>
          <p:cNvSpPr/>
          <p:nvPr userDrawn="1"/>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 name="Text Placeholder 7">
            <a:extLst>
              <a:ext uri="{FF2B5EF4-FFF2-40B4-BE49-F238E27FC236}">
                <a16:creationId xmlns:a16="http://schemas.microsoft.com/office/drawing/2014/main" id="{EFD7735A-B7DA-4E07-A843-5FC5BA79AD50}"/>
              </a:ext>
              <a:ext uri="{C183D7F6-B498-43B3-948B-1728B52AA6E4}">
                <adec:decorative xmlns:adec="http://schemas.microsoft.com/office/drawing/2017/decorative" val="1"/>
              </a:ext>
            </a:extLst>
          </p:cNvPr>
          <p:cNvSpPr>
            <a:spLocks noGrp="1"/>
          </p:cNvSpPr>
          <p:nvPr>
            <p:ph type="body" sz="quarter" idx="10" hasCustomPrompt="1"/>
          </p:nvPr>
        </p:nvSpPr>
        <p:spPr>
          <a:xfrm>
            <a:off x="790864" y="4843624"/>
            <a:ext cx="7380287" cy="933450"/>
          </a:xfrm>
        </p:spPr>
        <p:txBody>
          <a:bodyPr/>
          <a:lstStyle>
            <a:lvl1pPr algn="l">
              <a:buNone/>
              <a:defRPr sz="1800">
                <a:solidFill>
                  <a:schemeClr val="tx2"/>
                </a:solidFill>
                <a:latin typeface="+mn-lt"/>
              </a:defRPr>
            </a:lvl1pPr>
            <a:lvl2pPr>
              <a:buNone/>
              <a:defRPr sz="1800">
                <a:solidFill>
                  <a:schemeClr val="bg1"/>
                </a:solidFill>
                <a:latin typeface="+mn-lt"/>
              </a:defRPr>
            </a:lvl2pPr>
            <a:lvl3pPr>
              <a:buNone/>
              <a:defRPr sz="1800">
                <a:solidFill>
                  <a:schemeClr val="bg1"/>
                </a:solidFill>
                <a:latin typeface="+mn-lt"/>
              </a:defRPr>
            </a:lvl3pPr>
            <a:lvl4pPr>
              <a:buNone/>
              <a:defRPr sz="1800">
                <a:solidFill>
                  <a:schemeClr val="bg1"/>
                </a:solidFill>
                <a:latin typeface="+mn-lt"/>
              </a:defRPr>
            </a:lvl4pPr>
            <a:lvl5pPr>
              <a:buNone/>
              <a:defRPr sz="1800">
                <a:solidFill>
                  <a:schemeClr val="bg1"/>
                </a:solidFill>
                <a:latin typeface="+mn-lt"/>
              </a:defRPr>
            </a:lvl5pPr>
          </a:lstStyle>
          <a:p>
            <a:pPr lvl="0"/>
            <a:r>
              <a:rPr lang="en-US" dirty="0"/>
              <a:t>Click to edit: Add your </a:t>
            </a:r>
            <a:r>
              <a:rPr lang="en-AU" dirty="0"/>
              <a:t>department, faculty or division name here</a:t>
            </a:r>
            <a:endParaRPr lang="en-US" dirty="0"/>
          </a:p>
        </p:txBody>
      </p:sp>
      <p:sp>
        <p:nvSpPr>
          <p:cNvPr id="9" name="Subtitle 2">
            <a:extLst>
              <a:ext uri="{FF2B5EF4-FFF2-40B4-BE49-F238E27FC236}">
                <a16:creationId xmlns:a16="http://schemas.microsoft.com/office/drawing/2014/main" id="{D3648EB6-3C0F-47AC-998B-1F86FA64CEED}"/>
              </a:ext>
              <a:ext uri="{C183D7F6-B498-43B3-948B-1728B52AA6E4}">
                <adec:decorative xmlns:adec="http://schemas.microsoft.com/office/drawing/2017/decorative" val="1"/>
              </a:ext>
            </a:extLst>
          </p:cNvPr>
          <p:cNvSpPr>
            <a:spLocks noGrp="1"/>
          </p:cNvSpPr>
          <p:nvPr>
            <p:ph type="subTitle" idx="1" hasCustomPrompt="1"/>
          </p:nvPr>
        </p:nvSpPr>
        <p:spPr>
          <a:xfrm>
            <a:off x="790864" y="4478270"/>
            <a:ext cx="7380370" cy="392650"/>
          </a:xfrm>
        </p:spPr>
        <p:txBody>
          <a:bodyPr>
            <a:normAutofit/>
          </a:bodyPr>
          <a:lstStyle>
            <a:lvl1pPr marL="0" indent="0" algn="l">
              <a:buNone/>
              <a:defRPr sz="2000" b="1">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Add your team or unit name here</a:t>
            </a:r>
            <a:endParaRPr lang="en-AU" dirty="0"/>
          </a:p>
        </p:txBody>
      </p:sp>
      <p:sp>
        <p:nvSpPr>
          <p:cNvPr id="7" name="Title 1">
            <a:extLst>
              <a:ext uri="{FF2B5EF4-FFF2-40B4-BE49-F238E27FC236}">
                <a16:creationId xmlns:a16="http://schemas.microsoft.com/office/drawing/2014/main" id="{E252BC87-340E-4AA0-A72B-58BB011DA75B}"/>
              </a:ext>
              <a:ext uri="{C183D7F6-B498-43B3-948B-1728B52AA6E4}">
                <adec:decorative xmlns:adec="http://schemas.microsoft.com/office/drawing/2017/decorative" val="1"/>
              </a:ext>
            </a:extLst>
          </p:cNvPr>
          <p:cNvSpPr>
            <a:spLocks noGrp="1"/>
          </p:cNvSpPr>
          <p:nvPr>
            <p:ph type="ctrTitle" hasCustomPrompt="1"/>
          </p:nvPr>
        </p:nvSpPr>
        <p:spPr>
          <a:xfrm>
            <a:off x="790864" y="2562385"/>
            <a:ext cx="7380370" cy="1833997"/>
          </a:xfrm>
        </p:spPr>
        <p:txBody>
          <a:bodyPr anchor="b" anchorCtr="0">
            <a:normAutofit/>
          </a:bodyPr>
          <a:lstStyle>
            <a:lvl1pPr algn="l">
              <a:defRPr sz="5400" b="1">
                <a:solidFill>
                  <a:schemeClr val="tx2"/>
                </a:solidFill>
              </a:defRPr>
            </a:lvl1pPr>
          </a:lstStyle>
          <a:p>
            <a:r>
              <a:rPr lang="en-US" dirty="0"/>
              <a:t>Click to edit: Presentation Title</a:t>
            </a:r>
            <a:endParaRPr lang="en-AU" dirty="0"/>
          </a:p>
        </p:txBody>
      </p:sp>
      <p:pic>
        <p:nvPicPr>
          <p:cNvPr id="12" name="Picture 11" descr="Logo - Queensland University of Technology">
            <a:extLst>
              <a:ext uri="{FF2B5EF4-FFF2-40B4-BE49-F238E27FC236}">
                <a16:creationId xmlns:a16="http://schemas.microsoft.com/office/drawing/2014/main" id="{C35C2B97-D26F-4371-845A-ED049B3F1562}"/>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0512000" y="503286"/>
            <a:ext cx="1080000" cy="1080000"/>
          </a:xfrm>
          <a:prstGeom prst="rect">
            <a:avLst/>
          </a:prstGeom>
        </p:spPr>
      </p:pic>
    </p:spTree>
    <p:extLst>
      <p:ext uri="{BB962C8B-B14F-4D97-AF65-F5344CB8AC3E}">
        <p14:creationId xmlns:p14="http://schemas.microsoft.com/office/powerpoint/2010/main" val="187121126"/>
      </p:ext>
    </p:extLst>
  </p:cSld>
  <p:clrMapOvr>
    <a:masterClrMapping/>
  </p:clrMapOvr>
  <p:transition spd="med">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Title Slide F">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FCD9C7A-FB4B-4C32-BB94-381D14AD3156}"/>
              </a:ext>
              <a:ext uri="{C183D7F6-B498-43B3-948B-1728B52AA6E4}">
                <adec:decorative xmlns:adec="http://schemas.microsoft.com/office/drawing/2017/decorative" val="1"/>
              </a:ext>
            </a:extLst>
          </p:cNvPr>
          <p:cNvSpPr/>
          <p:nvPr userDrawn="1"/>
        </p:nvSpPr>
        <p:spPr>
          <a:xfrm>
            <a:off x="0" y="0"/>
            <a:ext cx="12192000" cy="6858000"/>
          </a:xfrm>
          <a:prstGeom prst="rect">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10" name="Text Placeholder 7">
            <a:extLst>
              <a:ext uri="{FF2B5EF4-FFF2-40B4-BE49-F238E27FC236}">
                <a16:creationId xmlns:a16="http://schemas.microsoft.com/office/drawing/2014/main" id="{EFD7735A-B7DA-4E07-A843-5FC5BA79AD50}"/>
              </a:ext>
              <a:ext uri="{C183D7F6-B498-43B3-948B-1728B52AA6E4}">
                <adec:decorative xmlns:adec="http://schemas.microsoft.com/office/drawing/2017/decorative" val="1"/>
              </a:ext>
            </a:extLst>
          </p:cNvPr>
          <p:cNvSpPr>
            <a:spLocks noGrp="1"/>
          </p:cNvSpPr>
          <p:nvPr>
            <p:ph type="body" sz="quarter" idx="10" hasCustomPrompt="1"/>
          </p:nvPr>
        </p:nvSpPr>
        <p:spPr>
          <a:xfrm>
            <a:off x="790864" y="4843624"/>
            <a:ext cx="7380287" cy="933450"/>
          </a:xfrm>
        </p:spPr>
        <p:txBody>
          <a:bodyPr/>
          <a:lstStyle>
            <a:lvl1pPr algn="l">
              <a:buNone/>
              <a:defRPr sz="1800">
                <a:solidFill>
                  <a:schemeClr val="tx2"/>
                </a:solidFill>
                <a:latin typeface="+mn-lt"/>
              </a:defRPr>
            </a:lvl1pPr>
            <a:lvl2pPr>
              <a:buNone/>
              <a:defRPr sz="1800">
                <a:solidFill>
                  <a:schemeClr val="bg1"/>
                </a:solidFill>
                <a:latin typeface="+mn-lt"/>
              </a:defRPr>
            </a:lvl2pPr>
            <a:lvl3pPr>
              <a:buNone/>
              <a:defRPr sz="1800">
                <a:solidFill>
                  <a:schemeClr val="bg1"/>
                </a:solidFill>
                <a:latin typeface="+mn-lt"/>
              </a:defRPr>
            </a:lvl3pPr>
            <a:lvl4pPr>
              <a:buNone/>
              <a:defRPr sz="1800">
                <a:solidFill>
                  <a:schemeClr val="bg1"/>
                </a:solidFill>
                <a:latin typeface="+mn-lt"/>
              </a:defRPr>
            </a:lvl4pPr>
            <a:lvl5pPr>
              <a:buNone/>
              <a:defRPr sz="1800">
                <a:solidFill>
                  <a:schemeClr val="bg1"/>
                </a:solidFill>
                <a:latin typeface="+mn-lt"/>
              </a:defRPr>
            </a:lvl5pPr>
          </a:lstStyle>
          <a:p>
            <a:pPr lvl="0"/>
            <a:r>
              <a:rPr lang="en-US" dirty="0"/>
              <a:t>Click to edit: Add your </a:t>
            </a:r>
            <a:r>
              <a:rPr lang="en-AU" dirty="0"/>
              <a:t>department, faculty or division name here</a:t>
            </a:r>
            <a:endParaRPr lang="en-US" dirty="0"/>
          </a:p>
        </p:txBody>
      </p:sp>
      <p:sp>
        <p:nvSpPr>
          <p:cNvPr id="9" name="Subtitle 2">
            <a:extLst>
              <a:ext uri="{FF2B5EF4-FFF2-40B4-BE49-F238E27FC236}">
                <a16:creationId xmlns:a16="http://schemas.microsoft.com/office/drawing/2014/main" id="{D3648EB6-3C0F-47AC-998B-1F86FA64CEED}"/>
              </a:ext>
              <a:ext uri="{C183D7F6-B498-43B3-948B-1728B52AA6E4}">
                <adec:decorative xmlns:adec="http://schemas.microsoft.com/office/drawing/2017/decorative" val="1"/>
              </a:ext>
            </a:extLst>
          </p:cNvPr>
          <p:cNvSpPr>
            <a:spLocks noGrp="1"/>
          </p:cNvSpPr>
          <p:nvPr>
            <p:ph type="subTitle" idx="1" hasCustomPrompt="1"/>
          </p:nvPr>
        </p:nvSpPr>
        <p:spPr>
          <a:xfrm>
            <a:off x="790864" y="4478270"/>
            <a:ext cx="7380370" cy="392650"/>
          </a:xfrm>
        </p:spPr>
        <p:txBody>
          <a:bodyPr>
            <a:normAutofit/>
          </a:bodyPr>
          <a:lstStyle>
            <a:lvl1pPr marL="0" indent="0" algn="l">
              <a:buNone/>
              <a:defRPr sz="2000" b="1">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Add your team or unit name here</a:t>
            </a:r>
            <a:endParaRPr lang="en-AU" dirty="0"/>
          </a:p>
        </p:txBody>
      </p:sp>
      <p:sp>
        <p:nvSpPr>
          <p:cNvPr id="7" name="Title 1">
            <a:extLst>
              <a:ext uri="{FF2B5EF4-FFF2-40B4-BE49-F238E27FC236}">
                <a16:creationId xmlns:a16="http://schemas.microsoft.com/office/drawing/2014/main" id="{E252BC87-340E-4AA0-A72B-58BB011DA75B}"/>
              </a:ext>
              <a:ext uri="{C183D7F6-B498-43B3-948B-1728B52AA6E4}">
                <adec:decorative xmlns:adec="http://schemas.microsoft.com/office/drawing/2017/decorative" val="1"/>
              </a:ext>
            </a:extLst>
          </p:cNvPr>
          <p:cNvSpPr>
            <a:spLocks noGrp="1"/>
          </p:cNvSpPr>
          <p:nvPr>
            <p:ph type="ctrTitle" hasCustomPrompt="1"/>
          </p:nvPr>
        </p:nvSpPr>
        <p:spPr>
          <a:xfrm>
            <a:off x="790864" y="2562385"/>
            <a:ext cx="7380370" cy="1833997"/>
          </a:xfrm>
        </p:spPr>
        <p:txBody>
          <a:bodyPr anchor="b" anchorCtr="0">
            <a:normAutofit/>
          </a:bodyPr>
          <a:lstStyle>
            <a:lvl1pPr algn="l">
              <a:defRPr sz="5400" b="1">
                <a:solidFill>
                  <a:schemeClr val="tx2"/>
                </a:solidFill>
              </a:defRPr>
            </a:lvl1pPr>
          </a:lstStyle>
          <a:p>
            <a:r>
              <a:rPr lang="en-US" dirty="0"/>
              <a:t>Click to edit: Presentation Title</a:t>
            </a:r>
            <a:endParaRPr lang="en-AU" dirty="0"/>
          </a:p>
        </p:txBody>
      </p:sp>
      <p:pic>
        <p:nvPicPr>
          <p:cNvPr id="8" name="Picture 7" descr="Logo - Queensland University of Technology">
            <a:extLst>
              <a:ext uri="{FF2B5EF4-FFF2-40B4-BE49-F238E27FC236}">
                <a16:creationId xmlns:a16="http://schemas.microsoft.com/office/drawing/2014/main" id="{256DC3BA-333C-49C1-BD26-1EF4E32F6807}"/>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0512000" y="503286"/>
            <a:ext cx="1080000" cy="1080000"/>
          </a:xfrm>
          <a:prstGeom prst="rect">
            <a:avLst/>
          </a:prstGeom>
        </p:spPr>
      </p:pic>
    </p:spTree>
    <p:extLst>
      <p:ext uri="{BB962C8B-B14F-4D97-AF65-F5344CB8AC3E}">
        <p14:creationId xmlns:p14="http://schemas.microsoft.com/office/powerpoint/2010/main" val="3553577948"/>
      </p:ext>
    </p:extLst>
  </p:cSld>
  <p:clrMapOvr>
    <a:masterClrMapping/>
  </p:clrMapOvr>
  <p:transition spd="med">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Acknowledgement of Traditional Owners">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69B65F8-F29C-4687-97B1-132017B0CADF}"/>
              </a:ext>
              <a:ext uri="{C183D7F6-B498-43B3-948B-1728B52AA6E4}">
                <adec:decorative xmlns:adec="http://schemas.microsoft.com/office/drawing/2017/decorative" val="1"/>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0" y="-1"/>
            <a:ext cx="12192000" cy="6087980"/>
          </a:xfrm>
          <a:prstGeom prst="rect">
            <a:avLst/>
          </a:prstGeom>
        </p:spPr>
      </p:pic>
      <p:sp>
        <p:nvSpPr>
          <p:cNvPr id="10" name="TextBox 9">
            <a:extLst>
              <a:ext uri="{FF2B5EF4-FFF2-40B4-BE49-F238E27FC236}">
                <a16:creationId xmlns:a16="http://schemas.microsoft.com/office/drawing/2014/main" id="{47C840F1-E6C3-4979-8FDB-27FC3DA3D710}"/>
              </a:ext>
              <a:ext uri="{C183D7F6-B498-43B3-948B-1728B52AA6E4}">
                <adec:decorative xmlns:adec="http://schemas.microsoft.com/office/drawing/2017/decorative" val="1"/>
              </a:ext>
            </a:extLst>
          </p:cNvPr>
          <p:cNvSpPr txBox="1"/>
          <p:nvPr userDrawn="1"/>
        </p:nvSpPr>
        <p:spPr>
          <a:xfrm>
            <a:off x="3179702" y="3103031"/>
            <a:ext cx="5964654" cy="2339102"/>
          </a:xfrm>
          <a:prstGeom prst="rect">
            <a:avLst/>
          </a:prstGeom>
          <a:noFill/>
        </p:spPr>
        <p:txBody>
          <a:bodyPr wrap="square">
            <a:spAutoFit/>
          </a:bodyPr>
          <a:lstStyle/>
          <a:p>
            <a:pPr marR="0" algn="l" rtl="0">
              <a:lnSpc>
                <a:spcPct val="100000"/>
              </a:lnSpc>
              <a:spcAft>
                <a:spcPts val="600"/>
              </a:spcAft>
            </a:pPr>
            <a:r>
              <a:rPr lang="en-AU" sz="2400" b="0" i="0" u="none" strike="noStrike" baseline="30000" dirty="0">
                <a:solidFill>
                  <a:schemeClr val="bg1"/>
                </a:solidFill>
                <a:latin typeface="+mn-lt"/>
              </a:rPr>
              <a:t>QUT acknowledges the Turrbal and Yugara, as the First Nations owners of the lands where QUT now stands. We pay respect to their Elders, lores, customs and creation spirits. We recognise that these lands have always been places of teaching, research and learning. ​</a:t>
            </a:r>
          </a:p>
          <a:p>
            <a:pPr marR="0" algn="l" rtl="0">
              <a:lnSpc>
                <a:spcPct val="100000"/>
              </a:lnSpc>
              <a:spcAft>
                <a:spcPts val="600"/>
              </a:spcAft>
            </a:pPr>
            <a:r>
              <a:rPr lang="en-AU" sz="2400" b="0" i="0" u="none" strike="noStrike" baseline="30000" dirty="0">
                <a:solidFill>
                  <a:schemeClr val="bg1"/>
                </a:solidFill>
                <a:latin typeface="+mn-lt"/>
              </a:rPr>
              <a:t>QUT acknowledges the important role Aboriginal and Torres Strait Islander people play within the QUT community.​</a:t>
            </a:r>
          </a:p>
          <a:p>
            <a:pPr marR="0" algn="l" rtl="0">
              <a:lnSpc>
                <a:spcPct val="100000"/>
              </a:lnSpc>
              <a:spcAft>
                <a:spcPts val="600"/>
              </a:spcAft>
            </a:pPr>
            <a:endParaRPr lang="en-AU" sz="2400" dirty="0">
              <a:solidFill>
                <a:schemeClr val="bg1"/>
              </a:solidFill>
              <a:latin typeface="+mn-lt"/>
            </a:endParaRPr>
          </a:p>
        </p:txBody>
      </p:sp>
      <p:sp>
        <p:nvSpPr>
          <p:cNvPr id="12" name="TextBox 11">
            <a:extLst>
              <a:ext uri="{FF2B5EF4-FFF2-40B4-BE49-F238E27FC236}">
                <a16:creationId xmlns:a16="http://schemas.microsoft.com/office/drawing/2014/main" id="{0D8FB860-6D57-4BAC-8ECF-0B93F59FD5F7}"/>
              </a:ext>
              <a:ext uri="{C183D7F6-B498-43B3-948B-1728B52AA6E4}">
                <adec:decorative xmlns:adec="http://schemas.microsoft.com/office/drawing/2017/decorative" val="1"/>
              </a:ext>
            </a:extLst>
          </p:cNvPr>
          <p:cNvSpPr txBox="1"/>
          <p:nvPr userDrawn="1"/>
        </p:nvSpPr>
        <p:spPr>
          <a:xfrm>
            <a:off x="3179702" y="2675312"/>
            <a:ext cx="6093994" cy="379591"/>
          </a:xfrm>
          <a:prstGeom prst="rect">
            <a:avLst/>
          </a:prstGeom>
          <a:noFill/>
        </p:spPr>
        <p:txBody>
          <a:bodyPr wrap="square">
            <a:spAutoFit/>
          </a:bodyPr>
          <a:lstStyle/>
          <a:p>
            <a:pPr marR="0" algn="l" rtl="0"/>
            <a:r>
              <a:rPr lang="en-AU" sz="2800" b="1" i="0" u="none" strike="noStrike" baseline="30000" noProof="0">
                <a:solidFill>
                  <a:schemeClr val="bg1"/>
                </a:solidFill>
                <a:latin typeface="Arial" panose="020B0604020202020204" pitchFamily="34" charset="0"/>
              </a:rPr>
              <a:t>ACKNOWLEDGEMENT OF TRADITIONAL OWNERS </a:t>
            </a:r>
          </a:p>
        </p:txBody>
      </p:sp>
    </p:spTree>
    <p:extLst>
      <p:ext uri="{BB962C8B-B14F-4D97-AF65-F5344CB8AC3E}">
        <p14:creationId xmlns:p14="http://schemas.microsoft.com/office/powerpoint/2010/main" val="589118617"/>
      </p:ext>
    </p:extLst>
  </p:cSld>
  <p:clrMapOvr>
    <a:masterClrMapping/>
  </p:clrMapOvr>
  <p:transition spd="med">
    <p:fade/>
  </p:transition>
  <p:extLst>
    <p:ext uri="{DCECCB84-F9BA-43D5-87BE-67443E8EF086}">
      <p15:sldGuideLst xmlns:p15="http://schemas.microsoft.com/office/powerpoint/2012/main">
        <p15:guide id="1" orient="horz" pos="216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type="obj" preserve="1">
  <p:cSld name="2_Standard Slide">
    <p:spTree>
      <p:nvGrpSpPr>
        <p:cNvPr id="1" name=""/>
        <p:cNvGrpSpPr/>
        <p:nvPr/>
      </p:nvGrpSpPr>
      <p:grpSpPr>
        <a:xfrm>
          <a:off x="0" y="0"/>
          <a:ext cx="0" cy="0"/>
          <a:chOff x="0" y="0"/>
          <a:chExt cx="0" cy="0"/>
        </a:xfrm>
      </p:grpSpPr>
      <p:sp>
        <p:nvSpPr>
          <p:cNvPr id="4" name="Slide Number Placeholder 1">
            <a:extLst>
              <a:ext uri="{FF2B5EF4-FFF2-40B4-BE49-F238E27FC236}">
                <a16:creationId xmlns:a16="http://schemas.microsoft.com/office/drawing/2014/main" id="{092487F3-73DA-4656-84F8-1DE5A80C51B7}"/>
              </a:ext>
              <a:ext uri="{C183D7F6-B498-43B3-948B-1728B52AA6E4}">
                <adec:decorative xmlns:adec="http://schemas.microsoft.com/office/drawing/2017/decorative" val="1"/>
              </a:ext>
            </a:extLst>
          </p:cNvPr>
          <p:cNvSpPr>
            <a:spLocks noGrp="1"/>
          </p:cNvSpPr>
          <p:nvPr>
            <p:ph type="sldNum" sz="quarter" idx="4"/>
          </p:nvPr>
        </p:nvSpPr>
        <p:spPr>
          <a:xfrm>
            <a:off x="11188461" y="186179"/>
            <a:ext cx="657044" cy="365125"/>
          </a:xfrm>
          <a:prstGeom prst="rect">
            <a:avLst/>
          </a:prstGeom>
        </p:spPr>
        <p:txBody>
          <a:bodyPr vert="horz" lIns="91440" tIns="45720" rIns="91440" bIns="45720" rtlCol="0" anchor="ctr"/>
          <a:lstStyle>
            <a:lvl1pPr algn="r">
              <a:defRPr sz="1200">
                <a:solidFill>
                  <a:schemeClr val="tx1">
                    <a:lumMod val="75000"/>
                    <a:lumOff val="25000"/>
                  </a:schemeClr>
                </a:solidFill>
              </a:defRPr>
            </a:lvl1pPr>
          </a:lstStyle>
          <a:p>
            <a:fld id="{50DE2101-C65B-4E63-9A0E-F3BD87D4D20C}" type="slidenum">
              <a:rPr lang="en-AU" smtClean="0"/>
              <a:pPr/>
              <a:t>‹#›</a:t>
            </a:fld>
            <a:endParaRPr lang="en-AU" dirty="0"/>
          </a:p>
        </p:txBody>
      </p:sp>
      <p:sp>
        <p:nvSpPr>
          <p:cNvPr id="3" name="Content Placeholder 2">
            <a:extLst>
              <a:ext uri="{FF2B5EF4-FFF2-40B4-BE49-F238E27FC236}">
                <a16:creationId xmlns:a16="http://schemas.microsoft.com/office/drawing/2014/main" id="{FA20A0EA-FE24-441E-B009-2BD5DB9A903A}"/>
              </a:ext>
              <a:ext uri="{C183D7F6-B498-43B3-948B-1728B52AA6E4}">
                <adec:decorative xmlns:adec="http://schemas.microsoft.com/office/drawing/2017/decorative" val="1"/>
              </a:ext>
            </a:extLst>
          </p:cNvPr>
          <p:cNvSpPr>
            <a:spLocks noGrp="1"/>
          </p:cNvSpPr>
          <p:nvPr>
            <p:ph idx="1"/>
          </p:nvPr>
        </p:nvSpPr>
        <p:spPr>
          <a:xfrm>
            <a:off x="468000" y="1800000"/>
            <a:ext cx="11232000" cy="3960000"/>
          </a:xfrm>
          <a:prstGeom prst="rect">
            <a:avLst/>
          </a:prstGeom>
        </p:spPr>
        <p:txBody>
          <a:bodyPr/>
          <a:lstStyle>
            <a:lvl1pPr>
              <a:defRPr sz="2400"/>
            </a:lvl1pPr>
            <a:lvl2pPr>
              <a:defRPr sz="2400"/>
            </a:lvl2pPr>
            <a:lvl3pPr>
              <a:defRPr sz="2400"/>
            </a:lvl3pPr>
            <a:lvl4pPr>
              <a:defRPr sz="2400"/>
            </a:lvl4pPr>
            <a:lvl5pPr>
              <a:defRPr sz="2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2" name="Title 1">
            <a:extLst>
              <a:ext uri="{FF2B5EF4-FFF2-40B4-BE49-F238E27FC236}">
                <a16:creationId xmlns:a16="http://schemas.microsoft.com/office/drawing/2014/main" id="{860521EC-3BCC-46AD-A4CB-4CEC78D8996C}"/>
              </a:ext>
              <a:ext uri="{C183D7F6-B498-43B3-948B-1728B52AA6E4}">
                <adec:decorative xmlns:adec="http://schemas.microsoft.com/office/drawing/2017/decorative" val="1"/>
              </a:ext>
            </a:extLst>
          </p:cNvPr>
          <p:cNvSpPr>
            <a:spLocks noGrp="1"/>
          </p:cNvSpPr>
          <p:nvPr>
            <p:ph type="title"/>
          </p:nvPr>
        </p:nvSpPr>
        <p:spPr>
          <a:xfrm>
            <a:off x="468000" y="360000"/>
            <a:ext cx="11232000" cy="1332000"/>
          </a:xfrm>
          <a:prstGeom prst="rect">
            <a:avLst/>
          </a:prstGeom>
        </p:spPr>
        <p:txBody>
          <a:bodyPr>
            <a:normAutofit/>
          </a:bodyPr>
          <a:lstStyle>
            <a:lvl1pPr>
              <a:defRPr sz="4000">
                <a:latin typeface="+mj-lt"/>
              </a:defRPr>
            </a:lvl1pPr>
          </a:lstStyle>
          <a:p>
            <a:r>
              <a:rPr lang="en-US" dirty="0"/>
              <a:t>Click to edit Master title style</a:t>
            </a:r>
            <a:endParaRPr lang="en-AU" dirty="0"/>
          </a:p>
        </p:txBody>
      </p:sp>
    </p:spTree>
    <p:extLst>
      <p:ext uri="{BB962C8B-B14F-4D97-AF65-F5344CB8AC3E}">
        <p14:creationId xmlns:p14="http://schemas.microsoft.com/office/powerpoint/2010/main" val="560075747"/>
      </p:ext>
    </p:extLst>
  </p:cSld>
  <p:clrMapOvr>
    <a:masterClrMapping/>
  </p:clrMapOvr>
  <p:transition spd="med">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3_Standard slide">
    <p:spTree>
      <p:nvGrpSpPr>
        <p:cNvPr id="1" name=""/>
        <p:cNvGrpSpPr/>
        <p:nvPr/>
      </p:nvGrpSpPr>
      <p:grpSpPr>
        <a:xfrm>
          <a:off x="0" y="0"/>
          <a:ext cx="0" cy="0"/>
          <a:chOff x="0" y="0"/>
          <a:chExt cx="0" cy="0"/>
        </a:xfrm>
      </p:grpSpPr>
      <p:sp>
        <p:nvSpPr>
          <p:cNvPr id="4" name="Slide Number Placeholder 1">
            <a:extLst>
              <a:ext uri="{FF2B5EF4-FFF2-40B4-BE49-F238E27FC236}">
                <a16:creationId xmlns:a16="http://schemas.microsoft.com/office/drawing/2014/main" id="{092487F3-73DA-4656-84F8-1DE5A80C51B7}"/>
              </a:ext>
            </a:extLst>
          </p:cNvPr>
          <p:cNvSpPr>
            <a:spLocks noGrp="1"/>
          </p:cNvSpPr>
          <p:nvPr>
            <p:ph type="sldNum" sz="quarter" idx="4"/>
          </p:nvPr>
        </p:nvSpPr>
        <p:spPr>
          <a:xfrm>
            <a:off x="11188461" y="186179"/>
            <a:ext cx="657044" cy="365125"/>
          </a:xfrm>
          <a:prstGeom prst="rect">
            <a:avLst/>
          </a:prstGeom>
        </p:spPr>
        <p:txBody>
          <a:bodyPr vert="horz" lIns="91440" tIns="45720" rIns="91440" bIns="45720" rtlCol="0" anchor="ctr"/>
          <a:lstStyle>
            <a:lvl1pPr algn="r">
              <a:defRPr sz="1200">
                <a:solidFill>
                  <a:schemeClr val="tx1">
                    <a:lumMod val="75000"/>
                    <a:lumOff val="25000"/>
                  </a:schemeClr>
                </a:solidFill>
              </a:defRPr>
            </a:lvl1pPr>
          </a:lstStyle>
          <a:p>
            <a:fld id="{50DE2101-C65B-4E63-9A0E-F3BD87D4D20C}" type="slidenum">
              <a:rPr lang="en-AU" smtClean="0"/>
              <a:pPr/>
              <a:t>‹#›</a:t>
            </a:fld>
            <a:endParaRPr lang="en-AU" dirty="0"/>
          </a:p>
        </p:txBody>
      </p:sp>
      <p:sp>
        <p:nvSpPr>
          <p:cNvPr id="2" name="Title 1">
            <a:extLst>
              <a:ext uri="{FF2B5EF4-FFF2-40B4-BE49-F238E27FC236}">
                <a16:creationId xmlns:a16="http://schemas.microsoft.com/office/drawing/2014/main" id="{860521EC-3BCC-46AD-A4CB-4CEC78D8996C}"/>
              </a:ext>
              <a:ext uri="{C183D7F6-B498-43B3-948B-1728B52AA6E4}">
                <adec:decorative xmlns:adec="http://schemas.microsoft.com/office/drawing/2017/decorative" val="1"/>
              </a:ext>
            </a:extLst>
          </p:cNvPr>
          <p:cNvSpPr>
            <a:spLocks noGrp="1"/>
          </p:cNvSpPr>
          <p:nvPr>
            <p:ph type="title"/>
          </p:nvPr>
        </p:nvSpPr>
        <p:spPr>
          <a:xfrm>
            <a:off x="468000" y="360000"/>
            <a:ext cx="11232000" cy="1332000"/>
          </a:xfrm>
          <a:prstGeom prst="rect">
            <a:avLst/>
          </a:prstGeom>
        </p:spPr>
        <p:txBody>
          <a:bodyPr/>
          <a:lstStyle/>
          <a:p>
            <a:r>
              <a:rPr lang="en-US"/>
              <a:t>Click to edit Master title style</a:t>
            </a:r>
            <a:endParaRPr lang="en-AU" dirty="0"/>
          </a:p>
        </p:txBody>
      </p:sp>
    </p:spTree>
    <p:extLst>
      <p:ext uri="{BB962C8B-B14F-4D97-AF65-F5344CB8AC3E}">
        <p14:creationId xmlns:p14="http://schemas.microsoft.com/office/powerpoint/2010/main" val="1666194234"/>
      </p:ext>
    </p:extLst>
  </p:cSld>
  <p:clrMapOvr>
    <a:masterClrMapping/>
  </p:clrMapOvr>
  <p:transition spd="med">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4_Standard slide">
    <p:spTree>
      <p:nvGrpSpPr>
        <p:cNvPr id="1" name=""/>
        <p:cNvGrpSpPr/>
        <p:nvPr/>
      </p:nvGrpSpPr>
      <p:grpSpPr>
        <a:xfrm>
          <a:off x="0" y="0"/>
          <a:ext cx="0" cy="0"/>
          <a:chOff x="0" y="0"/>
          <a:chExt cx="0" cy="0"/>
        </a:xfrm>
      </p:grpSpPr>
      <p:sp>
        <p:nvSpPr>
          <p:cNvPr id="4" name="Slide Number Placeholder 1">
            <a:extLst>
              <a:ext uri="{FF2B5EF4-FFF2-40B4-BE49-F238E27FC236}">
                <a16:creationId xmlns:a16="http://schemas.microsoft.com/office/drawing/2014/main" id="{092487F3-73DA-4656-84F8-1DE5A80C51B7}"/>
              </a:ext>
            </a:extLst>
          </p:cNvPr>
          <p:cNvSpPr>
            <a:spLocks noGrp="1"/>
          </p:cNvSpPr>
          <p:nvPr>
            <p:ph type="sldNum" sz="quarter" idx="4"/>
          </p:nvPr>
        </p:nvSpPr>
        <p:spPr>
          <a:xfrm>
            <a:off x="11188461" y="186179"/>
            <a:ext cx="657044" cy="365125"/>
          </a:xfrm>
          <a:prstGeom prst="rect">
            <a:avLst/>
          </a:prstGeom>
        </p:spPr>
        <p:txBody>
          <a:bodyPr vert="horz" lIns="91440" tIns="45720" rIns="91440" bIns="45720" rtlCol="0" anchor="ctr"/>
          <a:lstStyle>
            <a:lvl1pPr algn="r">
              <a:defRPr sz="1200">
                <a:solidFill>
                  <a:schemeClr val="tx1">
                    <a:lumMod val="75000"/>
                    <a:lumOff val="25000"/>
                  </a:schemeClr>
                </a:solidFill>
              </a:defRPr>
            </a:lvl1pPr>
          </a:lstStyle>
          <a:p>
            <a:fld id="{50DE2101-C65B-4E63-9A0E-F3BD87D4D20C}" type="slidenum">
              <a:rPr lang="en-AU" smtClean="0"/>
              <a:pPr/>
              <a:t>‹#›</a:t>
            </a:fld>
            <a:endParaRPr lang="en-AU" dirty="0"/>
          </a:p>
        </p:txBody>
      </p:sp>
      <p:sp>
        <p:nvSpPr>
          <p:cNvPr id="3" name="Rectangle 2">
            <a:extLst>
              <a:ext uri="{FF2B5EF4-FFF2-40B4-BE49-F238E27FC236}">
                <a16:creationId xmlns:a16="http://schemas.microsoft.com/office/drawing/2014/main" id="{B0C2CD22-33AE-4E90-B69A-B116C67E322F}"/>
              </a:ext>
            </a:extLst>
          </p:cNvPr>
          <p:cNvSpPr/>
          <p:nvPr userDrawn="1"/>
        </p:nvSpPr>
        <p:spPr>
          <a:xfrm>
            <a:off x="0" y="5414211"/>
            <a:ext cx="12192000" cy="144378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682627261"/>
      </p:ext>
    </p:extLst>
  </p:cSld>
  <p:clrMapOvr>
    <a:masterClrMapping/>
  </p:clrMapOvr>
  <p:transition spd="med">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twoObj" preserve="1">
  <p:cSld name="4_Two column slide">
    <p:spTree>
      <p:nvGrpSpPr>
        <p:cNvPr id="1" name=""/>
        <p:cNvGrpSpPr/>
        <p:nvPr/>
      </p:nvGrpSpPr>
      <p:grpSpPr>
        <a:xfrm>
          <a:off x="0" y="0"/>
          <a:ext cx="0" cy="0"/>
          <a:chOff x="0" y="0"/>
          <a:chExt cx="0" cy="0"/>
        </a:xfrm>
      </p:grpSpPr>
      <p:sp>
        <p:nvSpPr>
          <p:cNvPr id="5" name="Slide Number Placeholder 1">
            <a:extLst>
              <a:ext uri="{FF2B5EF4-FFF2-40B4-BE49-F238E27FC236}">
                <a16:creationId xmlns:a16="http://schemas.microsoft.com/office/drawing/2014/main" id="{BCED1A86-7C00-4B5E-BF2D-030A391AC223}"/>
              </a:ext>
            </a:extLst>
          </p:cNvPr>
          <p:cNvSpPr>
            <a:spLocks noGrp="1"/>
          </p:cNvSpPr>
          <p:nvPr>
            <p:ph type="sldNum" sz="quarter" idx="4"/>
          </p:nvPr>
        </p:nvSpPr>
        <p:spPr>
          <a:xfrm>
            <a:off x="11188461" y="186179"/>
            <a:ext cx="657044" cy="365125"/>
          </a:xfrm>
          <a:prstGeom prst="rect">
            <a:avLst/>
          </a:prstGeom>
        </p:spPr>
        <p:txBody>
          <a:bodyPr vert="horz" lIns="91440" tIns="45720" rIns="91440" bIns="45720" rtlCol="0" anchor="ctr"/>
          <a:lstStyle>
            <a:lvl1pPr algn="r">
              <a:defRPr sz="1200">
                <a:solidFill>
                  <a:schemeClr val="tx1">
                    <a:lumMod val="75000"/>
                    <a:lumOff val="25000"/>
                  </a:schemeClr>
                </a:solidFill>
              </a:defRPr>
            </a:lvl1pPr>
          </a:lstStyle>
          <a:p>
            <a:fld id="{50DE2101-C65B-4E63-9A0E-F3BD87D4D20C}" type="slidenum">
              <a:rPr lang="en-AU" smtClean="0"/>
              <a:pPr/>
              <a:t>‹#›</a:t>
            </a:fld>
            <a:endParaRPr lang="en-AU" dirty="0"/>
          </a:p>
        </p:txBody>
      </p:sp>
      <p:sp>
        <p:nvSpPr>
          <p:cNvPr id="4" name="Content Placeholder 3">
            <a:extLst>
              <a:ext uri="{FF2B5EF4-FFF2-40B4-BE49-F238E27FC236}">
                <a16:creationId xmlns:a16="http://schemas.microsoft.com/office/drawing/2014/main" id="{CFDA814E-6A9F-478A-8061-C5740CBC088C}"/>
              </a:ext>
              <a:ext uri="{C183D7F6-B498-43B3-948B-1728B52AA6E4}">
                <adec:decorative xmlns:adec="http://schemas.microsoft.com/office/drawing/2017/decorative" val="1"/>
              </a:ext>
            </a:extLst>
          </p:cNvPr>
          <p:cNvSpPr>
            <a:spLocks noGrp="1"/>
          </p:cNvSpPr>
          <p:nvPr>
            <p:ph sz="half" idx="2"/>
          </p:nvPr>
        </p:nvSpPr>
        <p:spPr>
          <a:xfrm>
            <a:off x="6189537" y="1800000"/>
            <a:ext cx="5510463" cy="3960000"/>
          </a:xfrm>
          <a:prstGeom prst="rect">
            <a:avLst/>
          </a:prstGeom>
        </p:spPr>
        <p:txBody>
          <a:bodyPr>
            <a:normAutofit/>
          </a:bodyPr>
          <a:lstStyle>
            <a:lvl1pPr>
              <a:defRPr sz="2000" baseline="0">
                <a:solidFill>
                  <a:srgbClr val="000619"/>
                </a:solidFill>
              </a:defRPr>
            </a:lvl1pPr>
            <a:lvl2pPr>
              <a:defRPr sz="2000" baseline="0">
                <a:solidFill>
                  <a:srgbClr val="000619"/>
                </a:solidFill>
              </a:defRPr>
            </a:lvl2pPr>
            <a:lvl3pPr>
              <a:defRPr sz="2000" baseline="0">
                <a:solidFill>
                  <a:srgbClr val="000619"/>
                </a:solidFill>
              </a:defRPr>
            </a:lvl3pPr>
            <a:lvl4pPr>
              <a:defRPr sz="2000" baseline="0">
                <a:solidFill>
                  <a:srgbClr val="000619"/>
                </a:solidFill>
              </a:defRPr>
            </a:lvl4pPr>
            <a:lvl5pPr>
              <a:defRPr sz="2000" baseline="0">
                <a:solidFill>
                  <a:srgbClr val="000619"/>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3" name="Content Placeholder 2">
            <a:extLst>
              <a:ext uri="{FF2B5EF4-FFF2-40B4-BE49-F238E27FC236}">
                <a16:creationId xmlns:a16="http://schemas.microsoft.com/office/drawing/2014/main" id="{AE3B8D85-19EE-40D8-B0FC-72738D139668}"/>
              </a:ext>
              <a:ext uri="{C183D7F6-B498-43B3-948B-1728B52AA6E4}">
                <adec:decorative xmlns:adec="http://schemas.microsoft.com/office/drawing/2017/decorative" val="1"/>
              </a:ext>
            </a:extLst>
          </p:cNvPr>
          <p:cNvSpPr>
            <a:spLocks noGrp="1"/>
          </p:cNvSpPr>
          <p:nvPr>
            <p:ph sz="half" idx="1"/>
          </p:nvPr>
        </p:nvSpPr>
        <p:spPr>
          <a:xfrm>
            <a:off x="468000" y="1800000"/>
            <a:ext cx="5430253" cy="3960000"/>
          </a:xfrm>
          <a:prstGeom prst="rect">
            <a:avLst/>
          </a:prstGeom>
        </p:spPr>
        <p:txBody>
          <a:bodyPr>
            <a:normAutofit/>
          </a:bodyPr>
          <a:lstStyle>
            <a:lvl1pPr>
              <a:defRPr sz="2000" baseline="0">
                <a:solidFill>
                  <a:srgbClr val="1C1C1C"/>
                </a:solidFill>
              </a:defRPr>
            </a:lvl1pPr>
            <a:lvl2pPr>
              <a:defRPr sz="2000" baseline="0">
                <a:solidFill>
                  <a:srgbClr val="1C1C1C"/>
                </a:solidFill>
              </a:defRPr>
            </a:lvl2pPr>
            <a:lvl3pPr>
              <a:defRPr sz="2000" baseline="0">
                <a:solidFill>
                  <a:srgbClr val="1C1C1C"/>
                </a:solidFill>
              </a:defRPr>
            </a:lvl3pPr>
            <a:lvl4pPr>
              <a:defRPr sz="2000" baseline="0">
                <a:solidFill>
                  <a:srgbClr val="1C1C1C"/>
                </a:solidFill>
              </a:defRPr>
            </a:lvl4pPr>
            <a:lvl5pPr>
              <a:defRPr sz="2000" baseline="0">
                <a:solidFill>
                  <a:srgbClr val="1C1C1C"/>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2" name="Title 1">
            <a:extLst>
              <a:ext uri="{FF2B5EF4-FFF2-40B4-BE49-F238E27FC236}">
                <a16:creationId xmlns:a16="http://schemas.microsoft.com/office/drawing/2014/main" id="{3D32BEA0-D192-4426-8039-EC77442576C8}"/>
              </a:ext>
              <a:ext uri="{C183D7F6-B498-43B3-948B-1728B52AA6E4}">
                <adec:decorative xmlns:adec="http://schemas.microsoft.com/office/drawing/2017/decorative" val="1"/>
              </a:ext>
            </a:extLst>
          </p:cNvPr>
          <p:cNvSpPr>
            <a:spLocks noGrp="1"/>
          </p:cNvSpPr>
          <p:nvPr>
            <p:ph type="title"/>
          </p:nvPr>
        </p:nvSpPr>
        <p:spPr>
          <a:xfrm>
            <a:off x="468000" y="360000"/>
            <a:ext cx="11232000" cy="1332000"/>
          </a:xfrm>
          <a:prstGeom prst="rect">
            <a:avLst/>
          </a:prstGeom>
        </p:spPr>
        <p:txBody>
          <a:bodyPr/>
          <a:lstStyle/>
          <a:p>
            <a:r>
              <a:rPr lang="en-US"/>
              <a:t>Click to edit Master title style</a:t>
            </a:r>
            <a:endParaRPr lang="en-AU" dirty="0"/>
          </a:p>
        </p:txBody>
      </p:sp>
    </p:spTree>
    <p:extLst>
      <p:ext uri="{BB962C8B-B14F-4D97-AF65-F5344CB8AC3E}">
        <p14:creationId xmlns:p14="http://schemas.microsoft.com/office/powerpoint/2010/main" val="3883878522"/>
      </p:ext>
    </p:extLst>
  </p:cSld>
  <p:clrMapOvr>
    <a:masterClrMapping/>
  </p:clrMapOvr>
  <p:transition spd="med">
    <p:fade/>
  </p:transition>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type="obj" preserve="1">
  <p:cSld name="5_Dark blue highlight ">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EB8D0A3-3636-4D52-A40A-89EB4432DC2C}"/>
              </a:ext>
              <a:ext uri="{C183D7F6-B498-43B3-948B-1728B52AA6E4}">
                <adec:decorative xmlns:adec="http://schemas.microsoft.com/office/drawing/2017/decorative" val="1"/>
              </a:ext>
            </a:extLst>
          </p:cNvPr>
          <p:cNvSpPr/>
          <p:nvPr userDrawn="1"/>
        </p:nvSpPr>
        <p:spPr>
          <a:xfrm>
            <a:off x="0" y="0"/>
            <a:ext cx="12192000" cy="6075947"/>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4" name="Slide Number Placeholder 1">
            <a:extLst>
              <a:ext uri="{FF2B5EF4-FFF2-40B4-BE49-F238E27FC236}">
                <a16:creationId xmlns:a16="http://schemas.microsoft.com/office/drawing/2014/main" id="{092487F3-73DA-4656-84F8-1DE5A80C51B7}"/>
              </a:ext>
            </a:extLst>
          </p:cNvPr>
          <p:cNvSpPr>
            <a:spLocks noGrp="1"/>
          </p:cNvSpPr>
          <p:nvPr>
            <p:ph type="sldNum" sz="quarter" idx="4"/>
          </p:nvPr>
        </p:nvSpPr>
        <p:spPr>
          <a:xfrm>
            <a:off x="11188461" y="186179"/>
            <a:ext cx="657044" cy="365125"/>
          </a:xfrm>
          <a:prstGeom prst="rect">
            <a:avLst/>
          </a:prstGeom>
        </p:spPr>
        <p:txBody>
          <a:bodyPr vert="horz" lIns="91440" tIns="45720" rIns="91440" bIns="45720" rtlCol="0" anchor="ctr"/>
          <a:lstStyle>
            <a:lvl1pPr algn="r">
              <a:defRPr sz="1200">
                <a:solidFill>
                  <a:schemeClr val="tx1">
                    <a:lumMod val="75000"/>
                    <a:lumOff val="25000"/>
                  </a:schemeClr>
                </a:solidFill>
              </a:defRPr>
            </a:lvl1pPr>
          </a:lstStyle>
          <a:p>
            <a:fld id="{50DE2101-C65B-4E63-9A0E-F3BD87D4D20C}" type="slidenum">
              <a:rPr lang="en-AU" smtClean="0"/>
              <a:pPr/>
              <a:t>‹#›</a:t>
            </a:fld>
            <a:endParaRPr lang="en-AU" dirty="0"/>
          </a:p>
        </p:txBody>
      </p:sp>
      <p:sp>
        <p:nvSpPr>
          <p:cNvPr id="3" name="Content Placeholder 2">
            <a:extLst>
              <a:ext uri="{FF2B5EF4-FFF2-40B4-BE49-F238E27FC236}">
                <a16:creationId xmlns:a16="http://schemas.microsoft.com/office/drawing/2014/main" id="{FA20A0EA-FE24-441E-B009-2BD5DB9A903A}"/>
              </a:ext>
              <a:ext uri="{C183D7F6-B498-43B3-948B-1728B52AA6E4}">
                <adec:decorative xmlns:adec="http://schemas.microsoft.com/office/drawing/2017/decorative" val="1"/>
              </a:ext>
            </a:extLst>
          </p:cNvPr>
          <p:cNvSpPr>
            <a:spLocks noGrp="1"/>
          </p:cNvSpPr>
          <p:nvPr>
            <p:ph idx="1" hasCustomPrompt="1"/>
          </p:nvPr>
        </p:nvSpPr>
        <p:spPr>
          <a:xfrm>
            <a:off x="468000" y="1800000"/>
            <a:ext cx="11232000" cy="3960000"/>
          </a:xfrm>
          <a:prstGeom prst="rect">
            <a:avLst/>
          </a:prstGeom>
        </p:spPr>
        <p:txBody>
          <a:bodyPr/>
          <a:lstStyle>
            <a:lvl1pPr>
              <a:defRPr sz="2400">
                <a:solidFill>
                  <a:schemeClr val="bg1"/>
                </a:solidFill>
              </a:defRPr>
            </a:lvl1pPr>
            <a:lvl2pPr>
              <a:defRPr sz="2400">
                <a:solidFill>
                  <a:schemeClr val="bg1"/>
                </a:solidFill>
              </a:defRPr>
            </a:lvl2pPr>
            <a:lvl3pPr>
              <a:defRPr sz="2400">
                <a:solidFill>
                  <a:schemeClr val="bg1"/>
                </a:solidFill>
              </a:defRPr>
            </a:lvl3pPr>
            <a:lvl4pPr>
              <a:defRPr sz="2400">
                <a:solidFill>
                  <a:schemeClr val="bg1"/>
                </a:solidFill>
              </a:defRPr>
            </a:lvl4pPr>
            <a:lvl5pPr>
              <a:defRPr sz="2400">
                <a:solidFill>
                  <a:schemeClr val="bg1"/>
                </a:solidFill>
              </a:defRPr>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2" name="Title 1">
            <a:extLst>
              <a:ext uri="{FF2B5EF4-FFF2-40B4-BE49-F238E27FC236}">
                <a16:creationId xmlns:a16="http://schemas.microsoft.com/office/drawing/2014/main" id="{860521EC-3BCC-46AD-A4CB-4CEC78D8996C}"/>
              </a:ext>
              <a:ext uri="{C183D7F6-B498-43B3-948B-1728B52AA6E4}">
                <adec:decorative xmlns:adec="http://schemas.microsoft.com/office/drawing/2017/decorative" val="1"/>
              </a:ext>
            </a:extLst>
          </p:cNvPr>
          <p:cNvSpPr>
            <a:spLocks noGrp="1"/>
          </p:cNvSpPr>
          <p:nvPr>
            <p:ph type="title"/>
          </p:nvPr>
        </p:nvSpPr>
        <p:spPr>
          <a:xfrm>
            <a:off x="468000" y="360000"/>
            <a:ext cx="11232000" cy="1332000"/>
          </a:xfrm>
          <a:prstGeom prst="rect">
            <a:avLst/>
          </a:prstGeom>
        </p:spPr>
        <p:txBody>
          <a:bodyPr/>
          <a:lstStyle>
            <a:lvl1pPr>
              <a:defRPr>
                <a:solidFill>
                  <a:schemeClr val="bg1"/>
                </a:solidFill>
              </a:defRPr>
            </a:lvl1pPr>
          </a:lstStyle>
          <a:p>
            <a:r>
              <a:rPr lang="en-US"/>
              <a:t>Click to edit Master title style</a:t>
            </a:r>
            <a:endParaRPr lang="en-AU" dirty="0"/>
          </a:p>
        </p:txBody>
      </p:sp>
    </p:spTree>
    <p:extLst>
      <p:ext uri="{BB962C8B-B14F-4D97-AF65-F5344CB8AC3E}">
        <p14:creationId xmlns:p14="http://schemas.microsoft.com/office/powerpoint/2010/main" val="1181738011"/>
      </p:ext>
    </p:extLst>
  </p:cSld>
  <p:clrMapOvr>
    <a:masterClrMapping/>
  </p:clrMapOvr>
  <p:transition spd="med">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6_bright blue highligh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EB8D0A3-3636-4D52-A40A-89EB4432DC2C}"/>
              </a:ext>
              <a:ext uri="{C183D7F6-B498-43B3-948B-1728B52AA6E4}">
                <adec:decorative xmlns:adec="http://schemas.microsoft.com/office/drawing/2017/decorative" val="1"/>
              </a:ext>
            </a:extLst>
          </p:cNvPr>
          <p:cNvSpPr/>
          <p:nvPr userDrawn="1"/>
        </p:nvSpPr>
        <p:spPr>
          <a:xfrm>
            <a:off x="0" y="0"/>
            <a:ext cx="12192000" cy="6075947"/>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4" name="Slide Number Placeholder 1">
            <a:extLst>
              <a:ext uri="{FF2B5EF4-FFF2-40B4-BE49-F238E27FC236}">
                <a16:creationId xmlns:a16="http://schemas.microsoft.com/office/drawing/2014/main" id="{092487F3-73DA-4656-84F8-1DE5A80C51B7}"/>
              </a:ext>
            </a:extLst>
          </p:cNvPr>
          <p:cNvSpPr>
            <a:spLocks noGrp="1"/>
          </p:cNvSpPr>
          <p:nvPr>
            <p:ph type="sldNum" sz="quarter" idx="4"/>
          </p:nvPr>
        </p:nvSpPr>
        <p:spPr>
          <a:xfrm>
            <a:off x="11188461" y="186179"/>
            <a:ext cx="657044" cy="365125"/>
          </a:xfrm>
          <a:prstGeom prst="rect">
            <a:avLst/>
          </a:prstGeom>
        </p:spPr>
        <p:txBody>
          <a:bodyPr vert="horz" lIns="91440" tIns="45720" rIns="91440" bIns="45720" rtlCol="0" anchor="ctr"/>
          <a:lstStyle>
            <a:lvl1pPr algn="r">
              <a:defRPr sz="1200">
                <a:solidFill>
                  <a:schemeClr val="tx1">
                    <a:lumMod val="75000"/>
                    <a:lumOff val="25000"/>
                  </a:schemeClr>
                </a:solidFill>
              </a:defRPr>
            </a:lvl1pPr>
          </a:lstStyle>
          <a:p>
            <a:fld id="{50DE2101-C65B-4E63-9A0E-F3BD87D4D20C}" type="slidenum">
              <a:rPr lang="en-AU" smtClean="0"/>
              <a:pPr/>
              <a:t>‹#›</a:t>
            </a:fld>
            <a:endParaRPr lang="en-AU" dirty="0"/>
          </a:p>
        </p:txBody>
      </p:sp>
      <p:sp>
        <p:nvSpPr>
          <p:cNvPr id="3" name="Content Placeholder 2">
            <a:extLst>
              <a:ext uri="{FF2B5EF4-FFF2-40B4-BE49-F238E27FC236}">
                <a16:creationId xmlns:a16="http://schemas.microsoft.com/office/drawing/2014/main" id="{FA20A0EA-FE24-441E-B009-2BD5DB9A903A}"/>
              </a:ext>
              <a:ext uri="{C183D7F6-B498-43B3-948B-1728B52AA6E4}">
                <adec:decorative xmlns:adec="http://schemas.microsoft.com/office/drawing/2017/decorative" val="1"/>
              </a:ext>
            </a:extLst>
          </p:cNvPr>
          <p:cNvSpPr>
            <a:spLocks noGrp="1"/>
          </p:cNvSpPr>
          <p:nvPr>
            <p:ph idx="1" hasCustomPrompt="1"/>
          </p:nvPr>
        </p:nvSpPr>
        <p:spPr>
          <a:xfrm>
            <a:off x="468000" y="1800000"/>
            <a:ext cx="11232000" cy="3960000"/>
          </a:xfrm>
          <a:prstGeom prst="rect">
            <a:avLst/>
          </a:prstGeom>
        </p:spPr>
        <p:txBody>
          <a:bodyPr/>
          <a:lstStyle>
            <a:lvl1pPr>
              <a:defRPr sz="2400">
                <a:solidFill>
                  <a:schemeClr val="bg1"/>
                </a:solidFill>
              </a:defRPr>
            </a:lvl1pPr>
            <a:lvl2pPr>
              <a:defRPr sz="2400">
                <a:solidFill>
                  <a:schemeClr val="bg1"/>
                </a:solidFill>
              </a:defRPr>
            </a:lvl2pPr>
            <a:lvl3pPr>
              <a:defRPr sz="2400">
                <a:solidFill>
                  <a:schemeClr val="bg1"/>
                </a:solidFill>
              </a:defRPr>
            </a:lvl3pPr>
            <a:lvl4pPr>
              <a:defRPr sz="2400">
                <a:solidFill>
                  <a:schemeClr val="bg1"/>
                </a:solidFill>
              </a:defRPr>
            </a:lvl4pPr>
            <a:lvl5pPr>
              <a:defRPr sz="2400">
                <a:solidFill>
                  <a:schemeClr val="bg1"/>
                </a:solidFill>
              </a:defRPr>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2" name="Title 1">
            <a:extLst>
              <a:ext uri="{FF2B5EF4-FFF2-40B4-BE49-F238E27FC236}">
                <a16:creationId xmlns:a16="http://schemas.microsoft.com/office/drawing/2014/main" id="{860521EC-3BCC-46AD-A4CB-4CEC78D8996C}"/>
              </a:ext>
              <a:ext uri="{C183D7F6-B498-43B3-948B-1728B52AA6E4}">
                <adec:decorative xmlns:adec="http://schemas.microsoft.com/office/drawing/2017/decorative" val="1"/>
              </a:ext>
            </a:extLst>
          </p:cNvPr>
          <p:cNvSpPr>
            <a:spLocks noGrp="1"/>
          </p:cNvSpPr>
          <p:nvPr>
            <p:ph type="title"/>
          </p:nvPr>
        </p:nvSpPr>
        <p:spPr>
          <a:xfrm>
            <a:off x="468000" y="360000"/>
            <a:ext cx="11232000" cy="1332000"/>
          </a:xfrm>
          <a:prstGeom prst="rect">
            <a:avLst/>
          </a:prstGeom>
        </p:spPr>
        <p:txBody>
          <a:bodyPr/>
          <a:lstStyle>
            <a:lvl1pPr>
              <a:defRPr>
                <a:solidFill>
                  <a:schemeClr val="tx2"/>
                </a:solidFill>
              </a:defRPr>
            </a:lvl1pPr>
          </a:lstStyle>
          <a:p>
            <a:r>
              <a:rPr lang="en-US"/>
              <a:t>Click to edit Master title style</a:t>
            </a:r>
            <a:endParaRPr lang="en-AU" dirty="0"/>
          </a:p>
        </p:txBody>
      </p:sp>
    </p:spTree>
    <p:extLst>
      <p:ext uri="{BB962C8B-B14F-4D97-AF65-F5344CB8AC3E}">
        <p14:creationId xmlns:p14="http://schemas.microsoft.com/office/powerpoint/2010/main" val="3109766408"/>
      </p:ext>
    </p:extLst>
  </p:cSld>
  <p:clrMapOvr>
    <a:masterClrMapping/>
  </p:clrMapOvr>
  <p:transition spd="med">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7_blank ">
    <p:spTree>
      <p:nvGrpSpPr>
        <p:cNvPr id="1" name=""/>
        <p:cNvGrpSpPr/>
        <p:nvPr/>
      </p:nvGrpSpPr>
      <p:grpSpPr>
        <a:xfrm>
          <a:off x="0" y="0"/>
          <a:ext cx="0" cy="0"/>
          <a:chOff x="0" y="0"/>
          <a:chExt cx="0" cy="0"/>
        </a:xfrm>
      </p:grpSpPr>
      <p:sp>
        <p:nvSpPr>
          <p:cNvPr id="3" name="Slide Number Placeholder 1">
            <a:extLst>
              <a:ext uri="{FF2B5EF4-FFF2-40B4-BE49-F238E27FC236}">
                <a16:creationId xmlns:a16="http://schemas.microsoft.com/office/drawing/2014/main" id="{00BC167D-F647-4BE2-BBA9-8ADE0451500E}"/>
              </a:ext>
            </a:extLst>
          </p:cNvPr>
          <p:cNvSpPr>
            <a:spLocks noGrp="1"/>
          </p:cNvSpPr>
          <p:nvPr>
            <p:ph type="sldNum" sz="quarter" idx="4"/>
          </p:nvPr>
        </p:nvSpPr>
        <p:spPr>
          <a:xfrm>
            <a:off x="11188461" y="186179"/>
            <a:ext cx="657044" cy="365125"/>
          </a:xfrm>
          <a:prstGeom prst="rect">
            <a:avLst/>
          </a:prstGeom>
        </p:spPr>
        <p:txBody>
          <a:bodyPr vert="horz" lIns="91440" tIns="45720" rIns="91440" bIns="45720" rtlCol="0" anchor="ctr"/>
          <a:lstStyle>
            <a:lvl1pPr algn="r">
              <a:defRPr sz="1200">
                <a:solidFill>
                  <a:schemeClr val="tx1">
                    <a:lumMod val="75000"/>
                    <a:lumOff val="25000"/>
                  </a:schemeClr>
                </a:solidFill>
              </a:defRPr>
            </a:lvl1pPr>
          </a:lstStyle>
          <a:p>
            <a:fld id="{50DE2101-C65B-4E63-9A0E-F3BD87D4D20C}" type="slidenum">
              <a:rPr lang="en-AU" smtClean="0"/>
              <a:pPr/>
              <a:t>‹#›</a:t>
            </a:fld>
            <a:endParaRPr lang="en-AU" dirty="0"/>
          </a:p>
        </p:txBody>
      </p:sp>
    </p:spTree>
    <p:extLst>
      <p:ext uri="{BB962C8B-B14F-4D97-AF65-F5344CB8AC3E}">
        <p14:creationId xmlns:p14="http://schemas.microsoft.com/office/powerpoint/2010/main" val="2276408923"/>
      </p:ext>
    </p:extLst>
  </p:cSld>
  <p:clrMapOvr>
    <a:masterClrMapping/>
  </p:clrMapOvr>
  <p:transition spd="med">
    <p:fade/>
  </p:transition>
  <p:extLst>
    <p:ext uri="{DCECCB84-F9BA-43D5-87BE-67443E8EF086}">
      <p15:sldGuideLst xmlns:p15="http://schemas.microsoft.com/office/powerpoint/2012/main">
        <p15:guide id="1" orient="horz" pos="2160">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8_Chapter Page_A">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FCD9C7A-FB4B-4C32-BB94-381D14AD3156}"/>
              </a:ext>
              <a:ext uri="{C183D7F6-B498-43B3-948B-1728B52AA6E4}">
                <adec:decorative xmlns:adec="http://schemas.microsoft.com/office/drawing/2017/decorative" val="1"/>
              </a:ext>
            </a:extLst>
          </p:cNvPr>
          <p:cNvSpPr/>
          <p:nvPr userDrawn="1"/>
        </p:nvSpPr>
        <p:spPr>
          <a:xfrm>
            <a:off x="0" y="0"/>
            <a:ext cx="12192000" cy="6858000"/>
          </a:xfrm>
          <a:prstGeom prst="rect">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10" name="Text Placeholder 7">
            <a:extLst>
              <a:ext uri="{FF2B5EF4-FFF2-40B4-BE49-F238E27FC236}">
                <a16:creationId xmlns:a16="http://schemas.microsoft.com/office/drawing/2014/main" id="{EFD7735A-B7DA-4E07-A843-5FC5BA79AD50}"/>
              </a:ext>
              <a:ext uri="{C183D7F6-B498-43B3-948B-1728B52AA6E4}">
                <adec:decorative xmlns:adec="http://schemas.microsoft.com/office/drawing/2017/decorative" val="1"/>
              </a:ext>
            </a:extLst>
          </p:cNvPr>
          <p:cNvSpPr>
            <a:spLocks noGrp="1"/>
          </p:cNvSpPr>
          <p:nvPr>
            <p:ph type="body" sz="quarter" idx="10" hasCustomPrompt="1"/>
          </p:nvPr>
        </p:nvSpPr>
        <p:spPr>
          <a:xfrm>
            <a:off x="790947" y="4396382"/>
            <a:ext cx="7380287" cy="933450"/>
          </a:xfrm>
        </p:spPr>
        <p:txBody>
          <a:bodyPr/>
          <a:lstStyle>
            <a:lvl1pPr algn="l">
              <a:buNone/>
              <a:defRPr sz="1800">
                <a:solidFill>
                  <a:schemeClr val="tx2"/>
                </a:solidFill>
                <a:latin typeface="+mn-lt"/>
              </a:defRPr>
            </a:lvl1pPr>
            <a:lvl2pPr>
              <a:buNone/>
              <a:defRPr sz="1800">
                <a:solidFill>
                  <a:schemeClr val="bg1"/>
                </a:solidFill>
                <a:latin typeface="+mn-lt"/>
              </a:defRPr>
            </a:lvl2pPr>
            <a:lvl3pPr>
              <a:buNone/>
              <a:defRPr sz="1800">
                <a:solidFill>
                  <a:schemeClr val="bg1"/>
                </a:solidFill>
                <a:latin typeface="+mn-lt"/>
              </a:defRPr>
            </a:lvl3pPr>
            <a:lvl4pPr>
              <a:buNone/>
              <a:defRPr sz="1800">
                <a:solidFill>
                  <a:schemeClr val="bg1"/>
                </a:solidFill>
                <a:latin typeface="+mn-lt"/>
              </a:defRPr>
            </a:lvl4pPr>
            <a:lvl5pPr>
              <a:buNone/>
              <a:defRPr sz="1800">
                <a:solidFill>
                  <a:schemeClr val="bg1"/>
                </a:solidFill>
                <a:latin typeface="+mn-lt"/>
              </a:defRPr>
            </a:lvl5pPr>
          </a:lstStyle>
          <a:p>
            <a:pPr lvl="0"/>
            <a:r>
              <a:rPr lang="en-US" dirty="0"/>
              <a:t>Click to edit: Add your </a:t>
            </a:r>
            <a:r>
              <a:rPr lang="en-AU" dirty="0"/>
              <a:t>chapter description here</a:t>
            </a:r>
            <a:endParaRPr lang="en-US" dirty="0"/>
          </a:p>
        </p:txBody>
      </p:sp>
      <p:sp>
        <p:nvSpPr>
          <p:cNvPr id="7" name="Title 1">
            <a:extLst>
              <a:ext uri="{FF2B5EF4-FFF2-40B4-BE49-F238E27FC236}">
                <a16:creationId xmlns:a16="http://schemas.microsoft.com/office/drawing/2014/main" id="{E252BC87-340E-4AA0-A72B-58BB011DA75B}"/>
              </a:ext>
              <a:ext uri="{C183D7F6-B498-43B3-948B-1728B52AA6E4}">
                <adec:decorative xmlns:adec="http://schemas.microsoft.com/office/drawing/2017/decorative" val="1"/>
              </a:ext>
            </a:extLst>
          </p:cNvPr>
          <p:cNvSpPr>
            <a:spLocks noGrp="1"/>
          </p:cNvSpPr>
          <p:nvPr>
            <p:ph type="ctrTitle" hasCustomPrompt="1"/>
          </p:nvPr>
        </p:nvSpPr>
        <p:spPr>
          <a:xfrm>
            <a:off x="790864" y="2562385"/>
            <a:ext cx="7380370" cy="1833997"/>
          </a:xfrm>
        </p:spPr>
        <p:txBody>
          <a:bodyPr anchor="b" anchorCtr="0">
            <a:normAutofit/>
          </a:bodyPr>
          <a:lstStyle>
            <a:lvl1pPr algn="l">
              <a:defRPr sz="5400" b="1">
                <a:solidFill>
                  <a:schemeClr val="tx2"/>
                </a:solidFill>
              </a:defRPr>
            </a:lvl1pPr>
          </a:lstStyle>
          <a:p>
            <a:r>
              <a:rPr lang="en-US" dirty="0"/>
              <a:t>Click to edit: Chapter Title</a:t>
            </a:r>
            <a:endParaRPr lang="en-AU" dirty="0"/>
          </a:p>
        </p:txBody>
      </p:sp>
    </p:spTree>
    <p:extLst>
      <p:ext uri="{BB962C8B-B14F-4D97-AF65-F5344CB8AC3E}">
        <p14:creationId xmlns:p14="http://schemas.microsoft.com/office/powerpoint/2010/main" val="3342688465"/>
      </p:ext>
    </p:extLst>
  </p:cSld>
  <p:clrMapOvr>
    <a:masterClrMapping/>
  </p:clrMapOvr>
  <p:transition spd="med">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9_Chapter Page_B">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FCD9C7A-FB4B-4C32-BB94-381D14AD3156}"/>
              </a:ext>
              <a:ext uri="{C183D7F6-B498-43B3-948B-1728B52AA6E4}">
                <adec:decorative xmlns:adec="http://schemas.microsoft.com/office/drawing/2017/decorative" val="1"/>
              </a:ext>
            </a:extLst>
          </p:cNvPr>
          <p:cNvSpPr/>
          <p:nvPr userDrawn="1"/>
        </p:nvSpPr>
        <p:spPr>
          <a:xfrm>
            <a:off x="0" y="0"/>
            <a:ext cx="121920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10" name="Text Placeholder 7">
            <a:extLst>
              <a:ext uri="{FF2B5EF4-FFF2-40B4-BE49-F238E27FC236}">
                <a16:creationId xmlns:a16="http://schemas.microsoft.com/office/drawing/2014/main" id="{EFD7735A-B7DA-4E07-A843-5FC5BA79AD50}"/>
              </a:ext>
              <a:ext uri="{C183D7F6-B498-43B3-948B-1728B52AA6E4}">
                <adec:decorative xmlns:adec="http://schemas.microsoft.com/office/drawing/2017/decorative" val="1"/>
              </a:ext>
            </a:extLst>
          </p:cNvPr>
          <p:cNvSpPr>
            <a:spLocks noGrp="1"/>
          </p:cNvSpPr>
          <p:nvPr>
            <p:ph type="body" sz="quarter" idx="10" hasCustomPrompt="1"/>
          </p:nvPr>
        </p:nvSpPr>
        <p:spPr>
          <a:xfrm>
            <a:off x="790947" y="4396382"/>
            <a:ext cx="7380287" cy="933450"/>
          </a:xfrm>
        </p:spPr>
        <p:txBody>
          <a:bodyPr/>
          <a:lstStyle>
            <a:lvl1pPr algn="l">
              <a:buNone/>
              <a:defRPr sz="1800">
                <a:solidFill>
                  <a:schemeClr val="bg1"/>
                </a:solidFill>
                <a:latin typeface="+mn-lt"/>
              </a:defRPr>
            </a:lvl1pPr>
            <a:lvl2pPr>
              <a:buNone/>
              <a:defRPr sz="1800">
                <a:solidFill>
                  <a:schemeClr val="bg1"/>
                </a:solidFill>
                <a:latin typeface="+mn-lt"/>
              </a:defRPr>
            </a:lvl2pPr>
            <a:lvl3pPr>
              <a:buNone/>
              <a:defRPr sz="1800">
                <a:solidFill>
                  <a:schemeClr val="bg1"/>
                </a:solidFill>
                <a:latin typeface="+mn-lt"/>
              </a:defRPr>
            </a:lvl3pPr>
            <a:lvl4pPr>
              <a:buNone/>
              <a:defRPr sz="1800">
                <a:solidFill>
                  <a:schemeClr val="bg1"/>
                </a:solidFill>
                <a:latin typeface="+mn-lt"/>
              </a:defRPr>
            </a:lvl4pPr>
            <a:lvl5pPr>
              <a:buNone/>
              <a:defRPr sz="1800">
                <a:solidFill>
                  <a:schemeClr val="bg1"/>
                </a:solidFill>
                <a:latin typeface="+mn-lt"/>
              </a:defRPr>
            </a:lvl5pPr>
          </a:lstStyle>
          <a:p>
            <a:pPr lvl="0"/>
            <a:r>
              <a:rPr lang="en-US" dirty="0"/>
              <a:t>Click to edit: Add your </a:t>
            </a:r>
            <a:r>
              <a:rPr lang="en-AU" dirty="0"/>
              <a:t>chapter description here</a:t>
            </a:r>
            <a:endParaRPr lang="en-US" dirty="0"/>
          </a:p>
        </p:txBody>
      </p:sp>
      <p:sp>
        <p:nvSpPr>
          <p:cNvPr id="7" name="Title 1">
            <a:extLst>
              <a:ext uri="{FF2B5EF4-FFF2-40B4-BE49-F238E27FC236}">
                <a16:creationId xmlns:a16="http://schemas.microsoft.com/office/drawing/2014/main" id="{E252BC87-340E-4AA0-A72B-58BB011DA75B}"/>
              </a:ext>
              <a:ext uri="{C183D7F6-B498-43B3-948B-1728B52AA6E4}">
                <adec:decorative xmlns:adec="http://schemas.microsoft.com/office/drawing/2017/decorative" val="1"/>
              </a:ext>
            </a:extLst>
          </p:cNvPr>
          <p:cNvSpPr>
            <a:spLocks noGrp="1"/>
          </p:cNvSpPr>
          <p:nvPr>
            <p:ph type="ctrTitle" hasCustomPrompt="1"/>
          </p:nvPr>
        </p:nvSpPr>
        <p:spPr>
          <a:xfrm>
            <a:off x="790864" y="2562385"/>
            <a:ext cx="7380370" cy="1833997"/>
          </a:xfrm>
        </p:spPr>
        <p:txBody>
          <a:bodyPr anchor="b" anchorCtr="0">
            <a:normAutofit/>
          </a:bodyPr>
          <a:lstStyle>
            <a:lvl1pPr algn="l">
              <a:defRPr sz="5400" b="1">
                <a:solidFill>
                  <a:schemeClr val="bg1"/>
                </a:solidFill>
              </a:defRPr>
            </a:lvl1pPr>
          </a:lstStyle>
          <a:p>
            <a:r>
              <a:rPr lang="en-US" dirty="0"/>
              <a:t>Click to edit: Chapter Title</a:t>
            </a:r>
            <a:endParaRPr lang="en-AU" dirty="0"/>
          </a:p>
        </p:txBody>
      </p:sp>
    </p:spTree>
    <p:extLst>
      <p:ext uri="{BB962C8B-B14F-4D97-AF65-F5344CB8AC3E}">
        <p14:creationId xmlns:p14="http://schemas.microsoft.com/office/powerpoint/2010/main" val="3400679694"/>
      </p:ext>
    </p:extLst>
  </p:cSld>
  <p:clrMapOvr>
    <a:masterClrMapping/>
  </p:clrMapOvr>
  <p:transition spd="med">
    <p:fade/>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0_Chapter Page_C">
    <p:spTree>
      <p:nvGrpSpPr>
        <p:cNvPr id="1" name=""/>
        <p:cNvGrpSpPr/>
        <p:nvPr/>
      </p:nvGrpSpPr>
      <p:grpSpPr>
        <a:xfrm>
          <a:off x="0" y="0"/>
          <a:ext cx="0" cy="0"/>
          <a:chOff x="0" y="0"/>
          <a:chExt cx="0" cy="0"/>
        </a:xfrm>
      </p:grpSpPr>
      <p:sp>
        <p:nvSpPr>
          <p:cNvPr id="10" name="Text Placeholder 7">
            <a:extLst>
              <a:ext uri="{FF2B5EF4-FFF2-40B4-BE49-F238E27FC236}">
                <a16:creationId xmlns:a16="http://schemas.microsoft.com/office/drawing/2014/main" id="{EFD7735A-B7DA-4E07-A843-5FC5BA79AD50}"/>
              </a:ext>
              <a:ext uri="{C183D7F6-B498-43B3-948B-1728B52AA6E4}">
                <adec:decorative xmlns:adec="http://schemas.microsoft.com/office/drawing/2017/decorative" val="1"/>
              </a:ext>
            </a:extLst>
          </p:cNvPr>
          <p:cNvSpPr>
            <a:spLocks noGrp="1"/>
          </p:cNvSpPr>
          <p:nvPr>
            <p:ph type="body" sz="quarter" idx="10" hasCustomPrompt="1"/>
          </p:nvPr>
        </p:nvSpPr>
        <p:spPr>
          <a:xfrm>
            <a:off x="790947" y="4396382"/>
            <a:ext cx="7380287" cy="933450"/>
          </a:xfrm>
        </p:spPr>
        <p:txBody>
          <a:bodyPr/>
          <a:lstStyle>
            <a:lvl1pPr algn="l">
              <a:buNone/>
              <a:defRPr sz="1800">
                <a:solidFill>
                  <a:schemeClr val="tx2"/>
                </a:solidFill>
                <a:latin typeface="+mn-lt"/>
              </a:defRPr>
            </a:lvl1pPr>
            <a:lvl2pPr>
              <a:buNone/>
              <a:defRPr sz="1800">
                <a:solidFill>
                  <a:schemeClr val="bg1"/>
                </a:solidFill>
                <a:latin typeface="+mn-lt"/>
              </a:defRPr>
            </a:lvl2pPr>
            <a:lvl3pPr>
              <a:buNone/>
              <a:defRPr sz="1800">
                <a:solidFill>
                  <a:schemeClr val="bg1"/>
                </a:solidFill>
                <a:latin typeface="+mn-lt"/>
              </a:defRPr>
            </a:lvl3pPr>
            <a:lvl4pPr>
              <a:buNone/>
              <a:defRPr sz="1800">
                <a:solidFill>
                  <a:schemeClr val="bg1"/>
                </a:solidFill>
                <a:latin typeface="+mn-lt"/>
              </a:defRPr>
            </a:lvl4pPr>
            <a:lvl5pPr>
              <a:buNone/>
              <a:defRPr sz="1800">
                <a:solidFill>
                  <a:schemeClr val="bg1"/>
                </a:solidFill>
                <a:latin typeface="+mn-lt"/>
              </a:defRPr>
            </a:lvl5pPr>
          </a:lstStyle>
          <a:p>
            <a:pPr lvl="0"/>
            <a:r>
              <a:rPr lang="en-US" dirty="0"/>
              <a:t>Click to edit: Add your </a:t>
            </a:r>
            <a:r>
              <a:rPr lang="en-AU" dirty="0"/>
              <a:t>chapter description here</a:t>
            </a:r>
            <a:endParaRPr lang="en-US" dirty="0"/>
          </a:p>
        </p:txBody>
      </p:sp>
      <p:sp>
        <p:nvSpPr>
          <p:cNvPr id="7" name="Title 1">
            <a:extLst>
              <a:ext uri="{FF2B5EF4-FFF2-40B4-BE49-F238E27FC236}">
                <a16:creationId xmlns:a16="http://schemas.microsoft.com/office/drawing/2014/main" id="{E252BC87-340E-4AA0-A72B-58BB011DA75B}"/>
              </a:ext>
              <a:ext uri="{C183D7F6-B498-43B3-948B-1728B52AA6E4}">
                <adec:decorative xmlns:adec="http://schemas.microsoft.com/office/drawing/2017/decorative" val="1"/>
              </a:ext>
            </a:extLst>
          </p:cNvPr>
          <p:cNvSpPr>
            <a:spLocks noGrp="1"/>
          </p:cNvSpPr>
          <p:nvPr>
            <p:ph type="ctrTitle" hasCustomPrompt="1"/>
          </p:nvPr>
        </p:nvSpPr>
        <p:spPr>
          <a:xfrm>
            <a:off x="790864" y="2562385"/>
            <a:ext cx="7380370" cy="1833997"/>
          </a:xfrm>
        </p:spPr>
        <p:txBody>
          <a:bodyPr anchor="b" anchorCtr="0">
            <a:normAutofit/>
          </a:bodyPr>
          <a:lstStyle>
            <a:lvl1pPr algn="l">
              <a:defRPr sz="5400" b="1">
                <a:solidFill>
                  <a:schemeClr val="tx2"/>
                </a:solidFill>
              </a:defRPr>
            </a:lvl1pPr>
          </a:lstStyle>
          <a:p>
            <a:r>
              <a:rPr lang="en-US" dirty="0"/>
              <a:t>Click to edit: Chapter Title</a:t>
            </a:r>
            <a:endParaRPr lang="en-AU" dirty="0"/>
          </a:p>
        </p:txBody>
      </p:sp>
    </p:spTree>
    <p:extLst>
      <p:ext uri="{BB962C8B-B14F-4D97-AF65-F5344CB8AC3E}">
        <p14:creationId xmlns:p14="http://schemas.microsoft.com/office/powerpoint/2010/main" val="3339398331"/>
      </p:ext>
    </p:extLst>
  </p:cSld>
  <p:clrMapOvr>
    <a:masterClrMapping/>
  </p:clrMapOvr>
  <p:transition spd="med">
    <p:fad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p:cSld name="Vertical Layout 1">
    <p:spTree>
      <p:nvGrpSpPr>
        <p:cNvPr id="1" name=""/>
        <p:cNvGrpSpPr/>
        <p:nvPr/>
      </p:nvGrpSpPr>
      <p:grpSpPr>
        <a:xfrm>
          <a:off x="0" y="0"/>
          <a:ext cx="0" cy="0"/>
          <a:chOff x="0" y="0"/>
          <a:chExt cx="0" cy="0"/>
        </a:xfrm>
      </p:grpSpPr>
      <p:sp>
        <p:nvSpPr>
          <p:cNvPr id="6" name="Vertical Text Placeholder 2"/>
          <p:cNvSpPr>
            <a:spLocks noGrp="1"/>
          </p:cNvSpPr>
          <p:nvPr>
            <p:ph type="body" orient="vert" idx="1"/>
          </p:nvPr>
        </p:nvSpPr>
        <p:spPr>
          <a:xfrm>
            <a:off x="419101" y="1524001"/>
            <a:ext cx="11259769" cy="4602163"/>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8"/>
          <p:cNvSpPr>
            <a:spLocks noGrp="1"/>
          </p:cNvSpPr>
          <p:nvPr>
            <p:ph type="body" sz="quarter" idx="13"/>
          </p:nvPr>
        </p:nvSpPr>
        <p:spPr>
          <a:xfrm>
            <a:off x="419100" y="354062"/>
            <a:ext cx="8180917" cy="661939"/>
          </a:xfrm>
          <a:prstGeom prst="rect">
            <a:avLst/>
          </a:prstGeom>
        </p:spPr>
        <p:txBody>
          <a:bodyPr lIns="0" tIns="0" rIns="0" bIns="0" anchor="b"/>
          <a:lstStyle>
            <a:lvl1pPr marL="0" indent="0">
              <a:buNone/>
              <a:defRPr sz="2400">
                <a:solidFill>
                  <a:srgbClr val="005ABB"/>
                </a:solidFill>
              </a:defRPr>
            </a:lvl1pPr>
          </a:lstStyle>
          <a:p>
            <a:pPr lvl="0"/>
            <a:r>
              <a:rPr lang="en-US"/>
              <a:t>Click to edit Master text styles</a:t>
            </a:r>
          </a:p>
        </p:txBody>
      </p:sp>
      <p:sp>
        <p:nvSpPr>
          <p:cNvPr id="2" name="Date Placeholder 3">
            <a:extLst>
              <a:ext uri="{FF2B5EF4-FFF2-40B4-BE49-F238E27FC236}">
                <a16:creationId xmlns:a16="http://schemas.microsoft.com/office/drawing/2014/main" id="{183011AA-F0FE-D98B-A824-005FF2226136}"/>
              </a:ext>
            </a:extLst>
          </p:cNvPr>
          <p:cNvSpPr>
            <a:spLocks noGrp="1"/>
          </p:cNvSpPr>
          <p:nvPr>
            <p:ph type="dt" sz="half" idx="14"/>
          </p:nvPr>
        </p:nvSpPr>
        <p:spPr/>
        <p:txBody>
          <a:bodyPr/>
          <a:lstStyle>
            <a:lvl1pPr>
              <a:defRPr/>
            </a:lvl1pPr>
          </a:lstStyle>
          <a:p>
            <a:pPr>
              <a:defRPr/>
            </a:pPr>
            <a:endParaRPr lang="en-US" altLang="en-US"/>
          </a:p>
        </p:txBody>
      </p:sp>
      <p:sp>
        <p:nvSpPr>
          <p:cNvPr id="3" name="Footer Placeholder 4">
            <a:extLst>
              <a:ext uri="{FF2B5EF4-FFF2-40B4-BE49-F238E27FC236}">
                <a16:creationId xmlns:a16="http://schemas.microsoft.com/office/drawing/2014/main" id="{61599A7D-E1C5-0890-EF4C-8942BA95B60A}"/>
              </a:ext>
            </a:extLst>
          </p:cNvPr>
          <p:cNvSpPr>
            <a:spLocks noGrp="1"/>
          </p:cNvSpPr>
          <p:nvPr>
            <p:ph type="ftr" sz="quarter" idx="15"/>
          </p:nvPr>
        </p:nvSpPr>
        <p:spPr/>
        <p:txBody>
          <a:bodyPr/>
          <a:lstStyle>
            <a:lvl1pPr>
              <a:defRPr/>
            </a:lvl1pPr>
          </a:lstStyle>
          <a:p>
            <a:pPr>
              <a:defRPr/>
            </a:pPr>
            <a:endParaRPr lang="en-US"/>
          </a:p>
        </p:txBody>
      </p:sp>
      <p:sp>
        <p:nvSpPr>
          <p:cNvPr id="4" name="Slide Number Placeholder 5">
            <a:extLst>
              <a:ext uri="{FF2B5EF4-FFF2-40B4-BE49-F238E27FC236}">
                <a16:creationId xmlns:a16="http://schemas.microsoft.com/office/drawing/2014/main" id="{FAABAF11-8CDA-D5CC-8540-078FF622739D}"/>
              </a:ext>
            </a:extLst>
          </p:cNvPr>
          <p:cNvSpPr>
            <a:spLocks noGrp="1"/>
          </p:cNvSpPr>
          <p:nvPr>
            <p:ph type="sldNum" sz="quarter" idx="16"/>
          </p:nvPr>
        </p:nvSpPr>
        <p:spPr/>
        <p:txBody>
          <a:bodyPr/>
          <a:lstStyle>
            <a:lvl1pPr>
              <a:defRPr/>
            </a:lvl1pPr>
          </a:lstStyle>
          <a:p>
            <a:pPr>
              <a:defRPr/>
            </a:pPr>
            <a:fld id="{9BE1F4F1-4AA2-44AC-A220-498CE62DA9D9}" type="slidenum">
              <a:rPr lang="en-US" altLang="en-US"/>
              <a:pPr>
                <a:defRPr/>
              </a:pPr>
              <a:t>‹#›</a:t>
            </a:fld>
            <a:endParaRPr lang="en-US" altLang="en-US"/>
          </a:p>
        </p:txBody>
      </p:sp>
    </p:spTree>
    <p:extLst>
      <p:ext uri="{BB962C8B-B14F-4D97-AF65-F5344CB8AC3E}">
        <p14:creationId xmlns:p14="http://schemas.microsoft.com/office/powerpoint/2010/main" val="1324567112"/>
      </p:ext>
    </p:extLst>
  </p:cSld>
  <p:clrMapOvr>
    <a:masterClrMapping/>
  </p:clrMapOvr>
  <p:transition spd="slow"/>
</p:sldLayout>
</file>

<file path=ppt/slideLayouts/slideLayout19.xml><?xml version="1.0" encoding="utf-8"?>
<p:sldLayout xmlns:a="http://schemas.openxmlformats.org/drawingml/2006/main" xmlns:r="http://schemas.openxmlformats.org/officeDocument/2006/relationships" xmlns:p="http://schemas.openxmlformats.org/presentationml/2006/main">
  <p:cSld name="Title &amp; Content 1">
    <p:spTree>
      <p:nvGrpSpPr>
        <p:cNvPr id="1" name=""/>
        <p:cNvGrpSpPr/>
        <p:nvPr/>
      </p:nvGrpSpPr>
      <p:grpSpPr>
        <a:xfrm>
          <a:off x="0" y="0"/>
          <a:ext cx="0" cy="0"/>
          <a:chOff x="0" y="0"/>
          <a:chExt cx="0" cy="0"/>
        </a:xfrm>
      </p:grpSpPr>
      <p:sp>
        <p:nvSpPr>
          <p:cNvPr id="2" name="Title 1"/>
          <p:cNvSpPr>
            <a:spLocks noGrp="1"/>
          </p:cNvSpPr>
          <p:nvPr>
            <p:ph type="ctrTitle"/>
          </p:nvPr>
        </p:nvSpPr>
        <p:spPr>
          <a:xfrm>
            <a:off x="419100" y="1435862"/>
            <a:ext cx="10363200" cy="1038112"/>
          </a:xfrm>
          <a:prstGeom prst="rect">
            <a:avLst/>
          </a:prstGeom>
        </p:spPr>
        <p:txBody>
          <a:bodyPr lIns="0" tIns="0" rIns="0" bIns="0"/>
          <a:lstStyle>
            <a:lvl1pPr>
              <a:defRPr sz="3200"/>
            </a:lvl1pPr>
          </a:lstStyle>
          <a:p>
            <a:r>
              <a:rPr lang="en-US"/>
              <a:t>Click to edit Master title style</a:t>
            </a:r>
            <a:endParaRPr lang="en-US" dirty="0"/>
          </a:p>
        </p:txBody>
      </p:sp>
      <p:sp>
        <p:nvSpPr>
          <p:cNvPr id="3" name="Subtitle 2"/>
          <p:cNvSpPr>
            <a:spLocks noGrp="1"/>
          </p:cNvSpPr>
          <p:nvPr>
            <p:ph type="subTitle" idx="1"/>
          </p:nvPr>
        </p:nvSpPr>
        <p:spPr>
          <a:xfrm>
            <a:off x="419100" y="2473973"/>
            <a:ext cx="10363200" cy="3003166"/>
          </a:xfrm>
          <a:prstGeom prst="rect">
            <a:avLst/>
          </a:prstGeom>
        </p:spPr>
        <p:txBody>
          <a:bodyPr lIns="0" tIns="0" rIns="0" bIns="0"/>
          <a:lstStyle>
            <a:lvl1pPr marL="0" indent="0" algn="l">
              <a:buNone/>
              <a:defRPr sz="2400">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9" name="Text Placeholder 8"/>
          <p:cNvSpPr>
            <a:spLocks noGrp="1"/>
          </p:cNvSpPr>
          <p:nvPr>
            <p:ph type="body" sz="quarter" idx="13"/>
          </p:nvPr>
        </p:nvSpPr>
        <p:spPr>
          <a:xfrm>
            <a:off x="419100" y="354062"/>
            <a:ext cx="8180917" cy="661939"/>
          </a:xfrm>
          <a:prstGeom prst="rect">
            <a:avLst/>
          </a:prstGeom>
        </p:spPr>
        <p:txBody>
          <a:bodyPr lIns="0" tIns="0" rIns="0" bIns="0" anchor="b"/>
          <a:lstStyle>
            <a:lvl1pPr marL="0" indent="0">
              <a:buNone/>
              <a:defRPr sz="2400">
                <a:solidFill>
                  <a:srgbClr val="005ABB"/>
                </a:solidFill>
              </a:defRPr>
            </a:lvl1pPr>
          </a:lstStyle>
          <a:p>
            <a:pPr lvl="0"/>
            <a:r>
              <a:rPr lang="en-US"/>
              <a:t>Click to edit Master text styles</a:t>
            </a:r>
          </a:p>
        </p:txBody>
      </p:sp>
      <p:sp>
        <p:nvSpPr>
          <p:cNvPr id="4" name="Date Placeholder 3">
            <a:extLst>
              <a:ext uri="{FF2B5EF4-FFF2-40B4-BE49-F238E27FC236}">
                <a16:creationId xmlns:a16="http://schemas.microsoft.com/office/drawing/2014/main" id="{E736110C-6844-79ED-97D8-B09D87D12A52}"/>
              </a:ext>
            </a:extLst>
          </p:cNvPr>
          <p:cNvSpPr>
            <a:spLocks noGrp="1"/>
          </p:cNvSpPr>
          <p:nvPr>
            <p:ph type="dt" sz="half" idx="14"/>
          </p:nvPr>
        </p:nvSpPr>
        <p:spPr/>
        <p:txBody>
          <a:bodyPr/>
          <a:lstStyle>
            <a:lvl1pPr>
              <a:defRPr/>
            </a:lvl1pPr>
          </a:lstStyle>
          <a:p>
            <a:pPr>
              <a:defRPr/>
            </a:pPr>
            <a:endParaRPr lang="en-US" altLang="en-US"/>
          </a:p>
        </p:txBody>
      </p:sp>
      <p:sp>
        <p:nvSpPr>
          <p:cNvPr id="5" name="Footer Placeholder 4">
            <a:extLst>
              <a:ext uri="{FF2B5EF4-FFF2-40B4-BE49-F238E27FC236}">
                <a16:creationId xmlns:a16="http://schemas.microsoft.com/office/drawing/2014/main" id="{662A1B1A-899E-35B9-4E3A-881CCAAA305C}"/>
              </a:ext>
            </a:extLst>
          </p:cNvPr>
          <p:cNvSpPr>
            <a:spLocks noGrp="1"/>
          </p:cNvSpPr>
          <p:nvPr>
            <p:ph type="ftr" sz="quarter" idx="15"/>
          </p:nvPr>
        </p:nvSpPr>
        <p:spPr/>
        <p:txBody>
          <a:bodyPr/>
          <a:lstStyle>
            <a:lvl1pPr>
              <a:defRPr/>
            </a:lvl1pPr>
          </a:lstStyle>
          <a:p>
            <a:pPr>
              <a:defRPr/>
            </a:pPr>
            <a:endParaRPr lang="en-US"/>
          </a:p>
        </p:txBody>
      </p:sp>
      <p:sp>
        <p:nvSpPr>
          <p:cNvPr id="6" name="Slide Number Placeholder 5">
            <a:extLst>
              <a:ext uri="{FF2B5EF4-FFF2-40B4-BE49-F238E27FC236}">
                <a16:creationId xmlns:a16="http://schemas.microsoft.com/office/drawing/2014/main" id="{64A07DD5-1452-D3A5-BDD2-1982B515F7E9}"/>
              </a:ext>
            </a:extLst>
          </p:cNvPr>
          <p:cNvSpPr>
            <a:spLocks noGrp="1"/>
          </p:cNvSpPr>
          <p:nvPr>
            <p:ph type="sldNum" sz="quarter" idx="16"/>
          </p:nvPr>
        </p:nvSpPr>
        <p:spPr/>
        <p:txBody>
          <a:bodyPr/>
          <a:lstStyle>
            <a:lvl1pPr>
              <a:defRPr/>
            </a:lvl1pPr>
          </a:lstStyle>
          <a:p>
            <a:pPr>
              <a:defRPr/>
            </a:pPr>
            <a:fld id="{695FF743-D667-4AD0-B215-0467BA22A76A}" type="slidenum">
              <a:rPr lang="en-US" altLang="en-US"/>
              <a:pPr>
                <a:defRPr/>
              </a:pPr>
              <a:t>‹#›</a:t>
            </a:fld>
            <a:endParaRPr lang="en-US" altLang="en-US"/>
          </a:p>
        </p:txBody>
      </p:sp>
    </p:spTree>
    <p:extLst>
      <p:ext uri="{BB962C8B-B14F-4D97-AF65-F5344CB8AC3E}">
        <p14:creationId xmlns:p14="http://schemas.microsoft.com/office/powerpoint/2010/main" val="2335670151"/>
      </p:ext>
    </p:extLst>
  </p:cSld>
  <p:clrMapOvr>
    <a:masterClrMapping/>
  </p:clrMapOvr>
  <p:transition spd="slow"/>
</p:sldLayout>
</file>

<file path=ppt/slideLayouts/slideLayout20.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9196DD-0F25-98C2-F3A0-8AACC6715C8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U"/>
          </a:p>
        </p:txBody>
      </p:sp>
      <p:sp>
        <p:nvSpPr>
          <p:cNvPr id="3" name="Subtitle 2">
            <a:extLst>
              <a:ext uri="{FF2B5EF4-FFF2-40B4-BE49-F238E27FC236}">
                <a16:creationId xmlns:a16="http://schemas.microsoft.com/office/drawing/2014/main" id="{BB52FC33-A727-5925-92BB-89851E22851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a:extLst>
              <a:ext uri="{FF2B5EF4-FFF2-40B4-BE49-F238E27FC236}">
                <a16:creationId xmlns:a16="http://schemas.microsoft.com/office/drawing/2014/main" id="{B198EDE7-B54C-9DEB-886F-D7AC89CBEA2A}"/>
              </a:ext>
            </a:extLst>
          </p:cNvPr>
          <p:cNvSpPr>
            <a:spLocks noGrp="1"/>
          </p:cNvSpPr>
          <p:nvPr>
            <p:ph type="dt" sz="half" idx="10"/>
          </p:nvPr>
        </p:nvSpPr>
        <p:spPr/>
        <p:txBody>
          <a:bodyPr/>
          <a:lstStyle/>
          <a:p>
            <a:endParaRPr lang="en-AU"/>
          </a:p>
        </p:txBody>
      </p:sp>
      <p:sp>
        <p:nvSpPr>
          <p:cNvPr id="5" name="Footer Placeholder 4">
            <a:extLst>
              <a:ext uri="{FF2B5EF4-FFF2-40B4-BE49-F238E27FC236}">
                <a16:creationId xmlns:a16="http://schemas.microsoft.com/office/drawing/2014/main" id="{78C8EFEC-7AA5-5902-FDD8-D67A21EE8CFC}"/>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75FB3B04-CA0B-4F6D-FE8E-10371793B329}"/>
              </a:ext>
            </a:extLst>
          </p:cNvPr>
          <p:cNvSpPr>
            <a:spLocks noGrp="1"/>
          </p:cNvSpPr>
          <p:nvPr>
            <p:ph type="sldNum" sz="quarter" idx="12"/>
          </p:nvPr>
        </p:nvSpPr>
        <p:spPr/>
        <p:txBody>
          <a:bodyPr/>
          <a:lstStyle/>
          <a:p>
            <a:fld id="{10BBBCC9-28A7-4686-838D-4062FBD7AAD7}" type="slidenum">
              <a:rPr lang="en-AU" smtClean="0"/>
              <a:t>‹#›</a:t>
            </a:fld>
            <a:endParaRPr lang="en-AU"/>
          </a:p>
        </p:txBody>
      </p:sp>
    </p:spTree>
    <p:extLst>
      <p:ext uri="{BB962C8B-B14F-4D97-AF65-F5344CB8AC3E}">
        <p14:creationId xmlns:p14="http://schemas.microsoft.com/office/powerpoint/2010/main" val="423738912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1_Title Slide A">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1E63BC3E-8BC0-9941-844D-C5B29BBD726A}"/>
              </a:ext>
              <a:ext uri="{C183D7F6-B498-43B3-948B-1728B52AA6E4}">
                <adec:decorative xmlns:adec="http://schemas.microsoft.com/office/drawing/2017/decorative" val="1"/>
              </a:ext>
            </a:extLst>
          </p:cNvPr>
          <p:cNvSpPr/>
          <p:nvPr userDrawn="1"/>
        </p:nvSpPr>
        <p:spPr>
          <a:xfrm>
            <a:off x="0" y="0"/>
            <a:ext cx="12224569" cy="6858000"/>
          </a:xfrm>
          <a:prstGeom prst="rect">
            <a:avLst/>
          </a:prstGeom>
          <a:gradFill flip="none" rotWithShape="1">
            <a:gsLst>
              <a:gs pos="0">
                <a:srgbClr val="0C488E"/>
              </a:gs>
              <a:gs pos="83000">
                <a:srgbClr val="00061A"/>
              </a:gs>
              <a:gs pos="0">
                <a:srgbClr val="0F4372"/>
              </a:gs>
              <a:gs pos="34000">
                <a:srgbClr val="0F4372"/>
              </a:gs>
            </a:gsLst>
            <a:lin ang="126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9" name="Text Placeholder 7">
            <a:extLst>
              <a:ext uri="{FF2B5EF4-FFF2-40B4-BE49-F238E27FC236}">
                <a16:creationId xmlns:a16="http://schemas.microsoft.com/office/drawing/2014/main" id="{7EDA747F-1CB7-F54E-B0A8-CA3CBC597EA1}"/>
              </a:ext>
              <a:ext uri="{C183D7F6-B498-43B3-948B-1728B52AA6E4}">
                <adec:decorative xmlns:adec="http://schemas.microsoft.com/office/drawing/2017/decorative" val="1"/>
              </a:ext>
            </a:extLst>
          </p:cNvPr>
          <p:cNvSpPr>
            <a:spLocks noGrp="1"/>
          </p:cNvSpPr>
          <p:nvPr>
            <p:ph type="body" sz="quarter" idx="10" hasCustomPrompt="1"/>
          </p:nvPr>
        </p:nvSpPr>
        <p:spPr>
          <a:xfrm>
            <a:off x="3929063" y="4833526"/>
            <a:ext cx="7380287" cy="933450"/>
          </a:xfrm>
        </p:spPr>
        <p:txBody>
          <a:bodyPr/>
          <a:lstStyle>
            <a:lvl1pPr algn="r">
              <a:buNone/>
              <a:defRPr sz="1800">
                <a:solidFill>
                  <a:schemeClr val="bg1"/>
                </a:solidFill>
                <a:latin typeface="+mn-lt"/>
              </a:defRPr>
            </a:lvl1pPr>
            <a:lvl2pPr>
              <a:buNone/>
              <a:defRPr sz="1800">
                <a:solidFill>
                  <a:schemeClr val="bg1"/>
                </a:solidFill>
                <a:latin typeface="+mn-lt"/>
              </a:defRPr>
            </a:lvl2pPr>
            <a:lvl3pPr>
              <a:buNone/>
              <a:defRPr sz="1800">
                <a:solidFill>
                  <a:schemeClr val="bg1"/>
                </a:solidFill>
                <a:latin typeface="+mn-lt"/>
              </a:defRPr>
            </a:lvl3pPr>
            <a:lvl4pPr>
              <a:buNone/>
              <a:defRPr sz="1800">
                <a:solidFill>
                  <a:schemeClr val="bg1"/>
                </a:solidFill>
                <a:latin typeface="+mn-lt"/>
              </a:defRPr>
            </a:lvl4pPr>
            <a:lvl5pPr>
              <a:buNone/>
              <a:defRPr sz="1800">
                <a:solidFill>
                  <a:schemeClr val="bg1"/>
                </a:solidFill>
                <a:latin typeface="+mn-lt"/>
              </a:defRPr>
            </a:lvl5pPr>
          </a:lstStyle>
          <a:p>
            <a:pPr lvl="0"/>
            <a:r>
              <a:rPr lang="en-US"/>
              <a:t>Click to edit: Add your </a:t>
            </a:r>
            <a:r>
              <a:rPr lang="en-AU"/>
              <a:t>department, faculty or division name here</a:t>
            </a:r>
            <a:endParaRPr lang="en-US"/>
          </a:p>
        </p:txBody>
      </p:sp>
      <p:sp>
        <p:nvSpPr>
          <p:cNvPr id="20" name="Subtitle 2">
            <a:extLst>
              <a:ext uri="{FF2B5EF4-FFF2-40B4-BE49-F238E27FC236}">
                <a16:creationId xmlns:a16="http://schemas.microsoft.com/office/drawing/2014/main" id="{935F116C-88D5-0D49-809F-8FE443A5E7CD}"/>
              </a:ext>
              <a:ext uri="{C183D7F6-B498-43B3-948B-1728B52AA6E4}">
                <adec:decorative xmlns:adec="http://schemas.microsoft.com/office/drawing/2017/decorative" val="1"/>
              </a:ext>
            </a:extLst>
          </p:cNvPr>
          <p:cNvSpPr>
            <a:spLocks noGrp="1"/>
          </p:cNvSpPr>
          <p:nvPr>
            <p:ph type="subTitle" idx="1" hasCustomPrompt="1"/>
          </p:nvPr>
        </p:nvSpPr>
        <p:spPr>
          <a:xfrm>
            <a:off x="3929063" y="4468172"/>
            <a:ext cx="7380370" cy="392650"/>
          </a:xfrm>
        </p:spPr>
        <p:txBody>
          <a:bodyPr>
            <a:normAutofit/>
          </a:bodyPr>
          <a:lstStyle>
            <a:lvl1pPr marL="0" indent="0" algn="r">
              <a:buNone/>
              <a:defRPr sz="2000" b="1">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Add your team or unit name here</a:t>
            </a:r>
            <a:endParaRPr lang="en-AU"/>
          </a:p>
        </p:txBody>
      </p:sp>
      <p:sp>
        <p:nvSpPr>
          <p:cNvPr id="21" name="Title 1">
            <a:extLst>
              <a:ext uri="{FF2B5EF4-FFF2-40B4-BE49-F238E27FC236}">
                <a16:creationId xmlns:a16="http://schemas.microsoft.com/office/drawing/2014/main" id="{CF636E63-7117-5041-893C-E7302B4C58AC}"/>
              </a:ext>
              <a:ext uri="{C183D7F6-B498-43B3-948B-1728B52AA6E4}">
                <adec:decorative xmlns:adec="http://schemas.microsoft.com/office/drawing/2017/decorative" val="1"/>
              </a:ext>
            </a:extLst>
          </p:cNvPr>
          <p:cNvSpPr>
            <a:spLocks noGrp="1"/>
          </p:cNvSpPr>
          <p:nvPr>
            <p:ph type="ctrTitle" hasCustomPrompt="1"/>
          </p:nvPr>
        </p:nvSpPr>
        <p:spPr>
          <a:xfrm>
            <a:off x="3929063" y="2481443"/>
            <a:ext cx="7380370" cy="1904842"/>
          </a:xfrm>
        </p:spPr>
        <p:txBody>
          <a:bodyPr anchor="ctr">
            <a:normAutofit/>
          </a:bodyPr>
          <a:lstStyle>
            <a:lvl1pPr algn="r">
              <a:defRPr sz="5400" b="1">
                <a:solidFill>
                  <a:schemeClr val="bg1"/>
                </a:solidFill>
              </a:defRPr>
            </a:lvl1pPr>
          </a:lstStyle>
          <a:p>
            <a:r>
              <a:rPr lang="en-US"/>
              <a:t>Click to edit: Presentation Title</a:t>
            </a:r>
            <a:endParaRPr lang="en-AU"/>
          </a:p>
        </p:txBody>
      </p:sp>
      <p:pic>
        <p:nvPicPr>
          <p:cNvPr id="22" name="Picture 21" descr="Logo - Queensland University of Technology">
            <a:extLst>
              <a:ext uri="{FF2B5EF4-FFF2-40B4-BE49-F238E27FC236}">
                <a16:creationId xmlns:a16="http://schemas.microsoft.com/office/drawing/2014/main" id="{DA91A798-491D-074B-8E2D-C132539F5E0D}"/>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462943" y="503285"/>
            <a:ext cx="1655763" cy="1655763"/>
          </a:xfrm>
          <a:prstGeom prst="rect">
            <a:avLst/>
          </a:prstGeom>
        </p:spPr>
      </p:pic>
    </p:spTree>
    <p:custDataLst>
      <p:tags r:id="rId1"/>
    </p:custDataLst>
    <p:extLst>
      <p:ext uri="{BB962C8B-B14F-4D97-AF65-F5344CB8AC3E}">
        <p14:creationId xmlns:p14="http://schemas.microsoft.com/office/powerpoint/2010/main" val="1227625474"/>
      </p:ext>
    </p:extLst>
  </p:cSld>
  <p:clrMapOvr>
    <a:masterClrMapping/>
  </p:clrMapOvr>
  <p:transition spd="med">
    <p:fade/>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1_Title Slide B">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82DCAA9-E406-47F1-A9BE-27E854E6BB57}"/>
              </a:ext>
              <a:ext uri="{C183D7F6-B498-43B3-948B-1728B52AA6E4}">
                <adec:decorative xmlns:adec="http://schemas.microsoft.com/office/drawing/2017/decorative" val="1"/>
              </a:ext>
            </a:extLst>
          </p:cNvPr>
          <p:cNvPicPr>
            <a:picLocks noChangeAspect="1"/>
          </p:cNvPicPr>
          <p:nvPr userDrawn="1"/>
        </p:nvPicPr>
        <p:blipFill rotWithShape="1">
          <a:blip r:embed="rId3" cstate="email">
            <a:extLst>
              <a:ext uri="{BEBA8EAE-BF5A-486C-A8C5-ECC9F3942E4B}">
                <a14:imgProps xmlns:a14="http://schemas.microsoft.com/office/drawing/2010/main">
                  <a14:imgLayer r:embed="rId4">
                    <a14:imgEffect>
                      <a14:brightnessContrast contrast="20000"/>
                    </a14:imgEffect>
                  </a14:imgLayer>
                </a14:imgProps>
              </a:ext>
              <a:ext uri="{28A0092B-C50C-407E-A947-70E740481C1C}">
                <a14:useLocalDpi xmlns:a14="http://schemas.microsoft.com/office/drawing/2010/main"/>
              </a:ext>
            </a:extLst>
          </a:blip>
          <a:srcRect/>
          <a:stretch/>
        </p:blipFill>
        <p:spPr>
          <a:xfrm flipV="1">
            <a:off x="0" y="234"/>
            <a:ext cx="12192000" cy="6857531"/>
          </a:xfrm>
          <a:prstGeom prst="rect">
            <a:avLst/>
          </a:prstGeom>
        </p:spPr>
      </p:pic>
      <p:sp>
        <p:nvSpPr>
          <p:cNvPr id="8" name="Text Placeholder 7">
            <a:extLst>
              <a:ext uri="{FF2B5EF4-FFF2-40B4-BE49-F238E27FC236}">
                <a16:creationId xmlns:a16="http://schemas.microsoft.com/office/drawing/2014/main" id="{74D90552-88DD-4DA4-992A-7250A7A902D8}"/>
              </a:ext>
              <a:ext uri="{C183D7F6-B498-43B3-948B-1728B52AA6E4}">
                <adec:decorative xmlns:adec="http://schemas.microsoft.com/office/drawing/2017/decorative" val="1"/>
              </a:ext>
            </a:extLst>
          </p:cNvPr>
          <p:cNvSpPr>
            <a:spLocks noGrp="1"/>
          </p:cNvSpPr>
          <p:nvPr>
            <p:ph type="body" sz="quarter" idx="10" hasCustomPrompt="1"/>
          </p:nvPr>
        </p:nvSpPr>
        <p:spPr>
          <a:xfrm>
            <a:off x="790864" y="4843624"/>
            <a:ext cx="7380287" cy="933450"/>
          </a:xfrm>
        </p:spPr>
        <p:txBody>
          <a:bodyPr/>
          <a:lstStyle>
            <a:lvl1pPr algn="l">
              <a:buNone/>
              <a:defRPr sz="1800">
                <a:solidFill>
                  <a:schemeClr val="bg1"/>
                </a:solidFill>
                <a:latin typeface="+mn-lt"/>
              </a:defRPr>
            </a:lvl1pPr>
            <a:lvl2pPr>
              <a:buNone/>
              <a:defRPr sz="1800">
                <a:solidFill>
                  <a:schemeClr val="bg1"/>
                </a:solidFill>
                <a:latin typeface="+mn-lt"/>
              </a:defRPr>
            </a:lvl2pPr>
            <a:lvl3pPr>
              <a:buNone/>
              <a:defRPr sz="1800">
                <a:solidFill>
                  <a:schemeClr val="bg1"/>
                </a:solidFill>
                <a:latin typeface="+mn-lt"/>
              </a:defRPr>
            </a:lvl3pPr>
            <a:lvl4pPr>
              <a:buNone/>
              <a:defRPr sz="1800">
                <a:solidFill>
                  <a:schemeClr val="bg1"/>
                </a:solidFill>
                <a:latin typeface="+mn-lt"/>
              </a:defRPr>
            </a:lvl4pPr>
            <a:lvl5pPr>
              <a:buNone/>
              <a:defRPr sz="1800">
                <a:solidFill>
                  <a:schemeClr val="bg1"/>
                </a:solidFill>
                <a:latin typeface="+mn-lt"/>
              </a:defRPr>
            </a:lvl5pPr>
          </a:lstStyle>
          <a:p>
            <a:pPr lvl="0"/>
            <a:r>
              <a:rPr lang="en-US"/>
              <a:t>Click to edit: Add your </a:t>
            </a:r>
            <a:r>
              <a:rPr lang="en-AU"/>
              <a:t>department, faculty or division name here</a:t>
            </a:r>
            <a:endParaRPr lang="en-US"/>
          </a:p>
        </p:txBody>
      </p:sp>
      <p:sp>
        <p:nvSpPr>
          <p:cNvPr id="14" name="Subtitle 2">
            <a:extLst>
              <a:ext uri="{FF2B5EF4-FFF2-40B4-BE49-F238E27FC236}">
                <a16:creationId xmlns:a16="http://schemas.microsoft.com/office/drawing/2014/main" id="{38852B28-BE93-4587-9CED-815C7F6AB19E}"/>
              </a:ext>
              <a:ext uri="{C183D7F6-B498-43B3-948B-1728B52AA6E4}">
                <adec:decorative xmlns:adec="http://schemas.microsoft.com/office/drawing/2017/decorative" val="1"/>
              </a:ext>
            </a:extLst>
          </p:cNvPr>
          <p:cNvSpPr>
            <a:spLocks noGrp="1"/>
          </p:cNvSpPr>
          <p:nvPr>
            <p:ph type="subTitle" idx="1" hasCustomPrompt="1"/>
          </p:nvPr>
        </p:nvSpPr>
        <p:spPr>
          <a:xfrm>
            <a:off x="790864" y="4478270"/>
            <a:ext cx="7380370" cy="392650"/>
          </a:xfrm>
        </p:spPr>
        <p:txBody>
          <a:bodyPr>
            <a:normAutofit/>
          </a:bodyPr>
          <a:lstStyle>
            <a:lvl1pPr marL="0" indent="0" algn="l">
              <a:buNone/>
              <a:defRPr sz="2000" b="1">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Add your team or unit name here</a:t>
            </a:r>
            <a:endParaRPr lang="en-AU"/>
          </a:p>
        </p:txBody>
      </p:sp>
      <p:sp>
        <p:nvSpPr>
          <p:cNvPr id="13" name="Title 1">
            <a:extLst>
              <a:ext uri="{FF2B5EF4-FFF2-40B4-BE49-F238E27FC236}">
                <a16:creationId xmlns:a16="http://schemas.microsoft.com/office/drawing/2014/main" id="{27AC9D05-6B8D-4C45-A52A-EF3F6CE3D462}"/>
              </a:ext>
              <a:ext uri="{C183D7F6-B498-43B3-948B-1728B52AA6E4}">
                <adec:decorative xmlns:adec="http://schemas.microsoft.com/office/drawing/2017/decorative" val="1"/>
              </a:ext>
            </a:extLst>
          </p:cNvPr>
          <p:cNvSpPr>
            <a:spLocks noGrp="1"/>
          </p:cNvSpPr>
          <p:nvPr>
            <p:ph type="ctrTitle" hasCustomPrompt="1"/>
          </p:nvPr>
        </p:nvSpPr>
        <p:spPr>
          <a:xfrm>
            <a:off x="790864" y="2562385"/>
            <a:ext cx="7380370" cy="1833997"/>
          </a:xfrm>
        </p:spPr>
        <p:txBody>
          <a:bodyPr anchor="ctr">
            <a:normAutofit/>
          </a:bodyPr>
          <a:lstStyle>
            <a:lvl1pPr algn="l">
              <a:defRPr sz="5400" b="1">
                <a:solidFill>
                  <a:schemeClr val="bg1"/>
                </a:solidFill>
              </a:defRPr>
            </a:lvl1pPr>
          </a:lstStyle>
          <a:p>
            <a:r>
              <a:rPr lang="en-US"/>
              <a:t>Click to edit: Presentation Title</a:t>
            </a:r>
            <a:endParaRPr lang="en-AU"/>
          </a:p>
        </p:txBody>
      </p:sp>
      <p:pic>
        <p:nvPicPr>
          <p:cNvPr id="12" name="Picture 11" descr="Logo - Queensland University of Technology">
            <a:extLst>
              <a:ext uri="{FF2B5EF4-FFF2-40B4-BE49-F238E27FC236}">
                <a16:creationId xmlns:a16="http://schemas.microsoft.com/office/drawing/2014/main" id="{C35C2B97-D26F-4371-845A-ED049B3F1562}"/>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9766469" y="503285"/>
            <a:ext cx="1655763" cy="1655763"/>
          </a:xfrm>
          <a:prstGeom prst="rect">
            <a:avLst/>
          </a:prstGeom>
        </p:spPr>
      </p:pic>
    </p:spTree>
    <p:custDataLst>
      <p:tags r:id="rId1"/>
    </p:custDataLst>
    <p:extLst>
      <p:ext uri="{BB962C8B-B14F-4D97-AF65-F5344CB8AC3E}">
        <p14:creationId xmlns:p14="http://schemas.microsoft.com/office/powerpoint/2010/main" val="1297299322"/>
      </p:ext>
    </p:extLst>
  </p:cSld>
  <p:clrMapOvr>
    <a:masterClrMapping/>
  </p:clrMapOvr>
  <p:transition spd="med">
    <p:fade/>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1_Title Slide C">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B012886-D20F-4F2C-87BD-AA30C135A362}"/>
              </a:ext>
              <a:ext uri="{C183D7F6-B498-43B3-948B-1728B52AA6E4}">
                <adec:decorative xmlns:adec="http://schemas.microsoft.com/office/drawing/2017/decorative" val="1"/>
              </a:ext>
            </a:extLst>
          </p:cNvPr>
          <p:cNvPicPr>
            <a:picLocks noChangeAspect="1"/>
          </p:cNvPicPr>
          <p:nvPr userDrawn="1"/>
        </p:nvPicPr>
        <p:blipFill rotWithShape="1">
          <a:blip r:embed="rId2" cstate="email">
            <a:extLst>
              <a:ext uri="{BEBA8EAE-BF5A-486C-A8C5-ECC9F3942E4B}">
                <a14:imgProps xmlns:a14="http://schemas.microsoft.com/office/drawing/2010/main">
                  <a14:imgLayer r:embed="rId3">
                    <a14:imgEffect>
                      <a14:brightnessContrast bright="-40000" contrast="-20000"/>
                    </a14:imgEffect>
                  </a14:imgLayer>
                </a14:imgProps>
              </a:ext>
              <a:ext uri="{28A0092B-C50C-407E-A947-70E740481C1C}">
                <a14:useLocalDpi xmlns:a14="http://schemas.microsoft.com/office/drawing/2010/main"/>
              </a:ext>
            </a:extLst>
          </a:blip>
          <a:srcRect/>
          <a:stretch/>
        </p:blipFill>
        <p:spPr>
          <a:xfrm>
            <a:off x="0" y="0"/>
            <a:ext cx="12192000" cy="6858001"/>
          </a:xfrm>
          <a:prstGeom prst="rect">
            <a:avLst/>
          </a:prstGeom>
        </p:spPr>
      </p:pic>
      <p:sp>
        <p:nvSpPr>
          <p:cNvPr id="10" name="Text Placeholder 7">
            <a:extLst>
              <a:ext uri="{FF2B5EF4-FFF2-40B4-BE49-F238E27FC236}">
                <a16:creationId xmlns:a16="http://schemas.microsoft.com/office/drawing/2014/main" id="{7F05BDEE-5B2B-40DE-9598-EC6DAA4C8079}"/>
              </a:ext>
              <a:ext uri="{C183D7F6-B498-43B3-948B-1728B52AA6E4}">
                <adec:decorative xmlns:adec="http://schemas.microsoft.com/office/drawing/2017/decorative" val="1"/>
              </a:ext>
            </a:extLst>
          </p:cNvPr>
          <p:cNvSpPr>
            <a:spLocks noGrp="1"/>
          </p:cNvSpPr>
          <p:nvPr>
            <p:ph type="body" sz="quarter" idx="10" hasCustomPrompt="1"/>
          </p:nvPr>
        </p:nvSpPr>
        <p:spPr>
          <a:xfrm>
            <a:off x="790864" y="4843624"/>
            <a:ext cx="7380287" cy="933450"/>
          </a:xfrm>
        </p:spPr>
        <p:txBody>
          <a:bodyPr/>
          <a:lstStyle>
            <a:lvl1pPr algn="l">
              <a:buNone/>
              <a:defRPr sz="1800">
                <a:solidFill>
                  <a:schemeClr val="bg1"/>
                </a:solidFill>
                <a:latin typeface="+mn-lt"/>
              </a:defRPr>
            </a:lvl1pPr>
            <a:lvl2pPr>
              <a:buNone/>
              <a:defRPr sz="1800">
                <a:solidFill>
                  <a:schemeClr val="bg1"/>
                </a:solidFill>
                <a:latin typeface="+mn-lt"/>
              </a:defRPr>
            </a:lvl2pPr>
            <a:lvl3pPr>
              <a:buNone/>
              <a:defRPr sz="1800">
                <a:solidFill>
                  <a:schemeClr val="bg1"/>
                </a:solidFill>
                <a:latin typeface="+mn-lt"/>
              </a:defRPr>
            </a:lvl3pPr>
            <a:lvl4pPr>
              <a:buNone/>
              <a:defRPr sz="1800">
                <a:solidFill>
                  <a:schemeClr val="bg1"/>
                </a:solidFill>
                <a:latin typeface="+mn-lt"/>
              </a:defRPr>
            </a:lvl4pPr>
            <a:lvl5pPr>
              <a:buNone/>
              <a:defRPr sz="1800">
                <a:solidFill>
                  <a:schemeClr val="bg1"/>
                </a:solidFill>
                <a:latin typeface="+mn-lt"/>
              </a:defRPr>
            </a:lvl5pPr>
          </a:lstStyle>
          <a:p>
            <a:pPr lvl="0"/>
            <a:r>
              <a:rPr lang="en-US"/>
              <a:t>Click to edit: Add your </a:t>
            </a:r>
            <a:r>
              <a:rPr lang="en-AU"/>
              <a:t>department, faculty or division name here</a:t>
            </a:r>
            <a:endParaRPr lang="en-US"/>
          </a:p>
        </p:txBody>
      </p:sp>
      <p:sp>
        <p:nvSpPr>
          <p:cNvPr id="9" name="Subtitle 2">
            <a:extLst>
              <a:ext uri="{FF2B5EF4-FFF2-40B4-BE49-F238E27FC236}">
                <a16:creationId xmlns:a16="http://schemas.microsoft.com/office/drawing/2014/main" id="{76E70064-B817-42D9-83A5-81B9B37631A9}"/>
              </a:ext>
              <a:ext uri="{C183D7F6-B498-43B3-948B-1728B52AA6E4}">
                <adec:decorative xmlns:adec="http://schemas.microsoft.com/office/drawing/2017/decorative" val="1"/>
              </a:ext>
            </a:extLst>
          </p:cNvPr>
          <p:cNvSpPr>
            <a:spLocks noGrp="1"/>
          </p:cNvSpPr>
          <p:nvPr>
            <p:ph type="subTitle" idx="1" hasCustomPrompt="1"/>
          </p:nvPr>
        </p:nvSpPr>
        <p:spPr>
          <a:xfrm>
            <a:off x="790864" y="4478270"/>
            <a:ext cx="7380370" cy="392650"/>
          </a:xfrm>
        </p:spPr>
        <p:txBody>
          <a:bodyPr>
            <a:normAutofit/>
          </a:bodyPr>
          <a:lstStyle>
            <a:lvl1pPr marL="0" indent="0" algn="l">
              <a:buNone/>
              <a:defRPr sz="2000" b="1">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Add your team or unit name here</a:t>
            </a:r>
            <a:endParaRPr lang="en-AU"/>
          </a:p>
        </p:txBody>
      </p:sp>
      <p:sp>
        <p:nvSpPr>
          <p:cNvPr id="7" name="Title 1">
            <a:extLst>
              <a:ext uri="{FF2B5EF4-FFF2-40B4-BE49-F238E27FC236}">
                <a16:creationId xmlns:a16="http://schemas.microsoft.com/office/drawing/2014/main" id="{D427DC83-3791-4348-8D31-9DC78A111BB3}"/>
              </a:ext>
              <a:ext uri="{C183D7F6-B498-43B3-948B-1728B52AA6E4}">
                <adec:decorative xmlns:adec="http://schemas.microsoft.com/office/drawing/2017/decorative" val="1"/>
              </a:ext>
            </a:extLst>
          </p:cNvPr>
          <p:cNvSpPr>
            <a:spLocks noGrp="1"/>
          </p:cNvSpPr>
          <p:nvPr>
            <p:ph type="ctrTitle" hasCustomPrompt="1"/>
          </p:nvPr>
        </p:nvSpPr>
        <p:spPr>
          <a:xfrm>
            <a:off x="790864" y="2562385"/>
            <a:ext cx="7380370" cy="1833997"/>
          </a:xfrm>
        </p:spPr>
        <p:txBody>
          <a:bodyPr anchor="ctr">
            <a:normAutofit/>
          </a:bodyPr>
          <a:lstStyle>
            <a:lvl1pPr algn="l">
              <a:defRPr sz="5400" b="1">
                <a:solidFill>
                  <a:schemeClr val="bg1"/>
                </a:solidFill>
              </a:defRPr>
            </a:lvl1pPr>
          </a:lstStyle>
          <a:p>
            <a:r>
              <a:rPr lang="en-US"/>
              <a:t>Click to edit: Presentation Title</a:t>
            </a:r>
            <a:endParaRPr lang="en-AU"/>
          </a:p>
        </p:txBody>
      </p:sp>
      <p:pic>
        <p:nvPicPr>
          <p:cNvPr id="12" name="Picture 11" descr="Logo - Queensland University of Technology">
            <a:extLst>
              <a:ext uri="{FF2B5EF4-FFF2-40B4-BE49-F238E27FC236}">
                <a16:creationId xmlns:a16="http://schemas.microsoft.com/office/drawing/2014/main" id="{C35C2B97-D26F-4371-845A-ED049B3F1562}"/>
              </a:ext>
            </a:extLst>
          </p:cNvPr>
          <p:cNvPicPr>
            <a:picLocks noChangeAspect="1"/>
          </p:cNvPicPr>
          <p:nvPr userDrawn="1"/>
        </p:nvPicPr>
        <p:blipFill>
          <a:blip r:embed="rId4" cstate="screen">
            <a:extLst>
              <a:ext uri="{28A0092B-C50C-407E-A947-70E740481C1C}">
                <a14:useLocalDpi xmlns:a14="http://schemas.microsoft.com/office/drawing/2010/main"/>
              </a:ext>
            </a:extLst>
          </a:blip>
          <a:stretch>
            <a:fillRect/>
          </a:stretch>
        </p:blipFill>
        <p:spPr>
          <a:xfrm>
            <a:off x="9766469" y="503285"/>
            <a:ext cx="1655763" cy="1655763"/>
          </a:xfrm>
          <a:prstGeom prst="rect">
            <a:avLst/>
          </a:prstGeom>
        </p:spPr>
      </p:pic>
    </p:spTree>
    <p:extLst>
      <p:ext uri="{BB962C8B-B14F-4D97-AF65-F5344CB8AC3E}">
        <p14:creationId xmlns:p14="http://schemas.microsoft.com/office/powerpoint/2010/main" val="913841187"/>
      </p:ext>
    </p:extLst>
  </p:cSld>
  <p:clrMapOvr>
    <a:masterClrMapping/>
  </p:clrMapOvr>
  <p:transition spd="med">
    <p:fade/>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1_Title Slide 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B77EB0A-FD63-4491-8E9A-A41B15A13E47}"/>
              </a:ext>
              <a:ext uri="{C183D7F6-B498-43B3-948B-1728B52AA6E4}">
                <adec:decorative xmlns:adec="http://schemas.microsoft.com/office/drawing/2017/decorative" val="1"/>
              </a:ext>
            </a:extLst>
          </p:cNvPr>
          <p:cNvPicPr>
            <a:picLocks noChangeAspect="1"/>
          </p:cNvPicPr>
          <p:nvPr userDrawn="1"/>
        </p:nvPicPr>
        <p:blipFill rotWithShape="1">
          <a:blip r:embed="rId3" cstate="screen">
            <a:extLst>
              <a:ext uri="{BEBA8EAE-BF5A-486C-A8C5-ECC9F3942E4B}">
                <a14:imgProps xmlns:a14="http://schemas.microsoft.com/office/drawing/2010/main">
                  <a14:imgLayer r:embed="rId4">
                    <a14:imgEffect>
                      <a14:brightnessContrast bright="20000" contrast="20000"/>
                    </a14:imgEffect>
                  </a14:imgLayer>
                </a14:imgProps>
              </a:ext>
              <a:ext uri="{28A0092B-C50C-407E-A947-70E740481C1C}">
                <a14:useLocalDpi xmlns:a14="http://schemas.microsoft.com/office/drawing/2010/main"/>
              </a:ext>
            </a:extLst>
          </a:blip>
          <a:srcRect l="7635" t="10269" r="2641" b="6"/>
          <a:stretch/>
        </p:blipFill>
        <p:spPr>
          <a:xfrm>
            <a:off x="-1" y="1"/>
            <a:ext cx="12192001" cy="6858000"/>
          </a:xfrm>
          <a:prstGeom prst="rect">
            <a:avLst/>
          </a:prstGeom>
        </p:spPr>
      </p:pic>
      <p:sp>
        <p:nvSpPr>
          <p:cNvPr id="10" name="Text Placeholder 7">
            <a:extLst>
              <a:ext uri="{FF2B5EF4-FFF2-40B4-BE49-F238E27FC236}">
                <a16:creationId xmlns:a16="http://schemas.microsoft.com/office/drawing/2014/main" id="{141F6C71-6539-411D-B9F4-970D4FA64873}"/>
              </a:ext>
              <a:ext uri="{C183D7F6-B498-43B3-948B-1728B52AA6E4}">
                <adec:decorative xmlns:adec="http://schemas.microsoft.com/office/drawing/2017/decorative" val="1"/>
              </a:ext>
            </a:extLst>
          </p:cNvPr>
          <p:cNvSpPr>
            <a:spLocks noGrp="1"/>
          </p:cNvSpPr>
          <p:nvPr>
            <p:ph type="body" sz="quarter" idx="10" hasCustomPrompt="1"/>
          </p:nvPr>
        </p:nvSpPr>
        <p:spPr>
          <a:xfrm>
            <a:off x="790864" y="4843624"/>
            <a:ext cx="7380287" cy="933450"/>
          </a:xfrm>
        </p:spPr>
        <p:txBody>
          <a:bodyPr/>
          <a:lstStyle>
            <a:lvl1pPr algn="l">
              <a:buNone/>
              <a:defRPr sz="1800">
                <a:solidFill>
                  <a:schemeClr val="bg1"/>
                </a:solidFill>
                <a:latin typeface="+mn-lt"/>
              </a:defRPr>
            </a:lvl1pPr>
            <a:lvl2pPr>
              <a:buNone/>
              <a:defRPr sz="1800">
                <a:solidFill>
                  <a:schemeClr val="bg1"/>
                </a:solidFill>
                <a:latin typeface="+mn-lt"/>
              </a:defRPr>
            </a:lvl2pPr>
            <a:lvl3pPr>
              <a:buNone/>
              <a:defRPr sz="1800">
                <a:solidFill>
                  <a:schemeClr val="bg1"/>
                </a:solidFill>
                <a:latin typeface="+mn-lt"/>
              </a:defRPr>
            </a:lvl3pPr>
            <a:lvl4pPr>
              <a:buNone/>
              <a:defRPr sz="1800">
                <a:solidFill>
                  <a:schemeClr val="bg1"/>
                </a:solidFill>
                <a:latin typeface="+mn-lt"/>
              </a:defRPr>
            </a:lvl4pPr>
            <a:lvl5pPr>
              <a:buNone/>
              <a:defRPr sz="1800">
                <a:solidFill>
                  <a:schemeClr val="bg1"/>
                </a:solidFill>
                <a:latin typeface="+mn-lt"/>
              </a:defRPr>
            </a:lvl5pPr>
          </a:lstStyle>
          <a:p>
            <a:pPr lvl="0"/>
            <a:r>
              <a:rPr lang="en-US"/>
              <a:t>Click to edit: Add your </a:t>
            </a:r>
            <a:r>
              <a:rPr lang="en-AU"/>
              <a:t>department, faculty or division name here</a:t>
            </a:r>
            <a:endParaRPr lang="en-US"/>
          </a:p>
        </p:txBody>
      </p:sp>
      <p:sp>
        <p:nvSpPr>
          <p:cNvPr id="9" name="Subtitle 2">
            <a:extLst>
              <a:ext uri="{FF2B5EF4-FFF2-40B4-BE49-F238E27FC236}">
                <a16:creationId xmlns:a16="http://schemas.microsoft.com/office/drawing/2014/main" id="{4F34A4F6-0043-4B71-B53D-168738877617}"/>
              </a:ext>
              <a:ext uri="{C183D7F6-B498-43B3-948B-1728B52AA6E4}">
                <adec:decorative xmlns:adec="http://schemas.microsoft.com/office/drawing/2017/decorative" val="1"/>
              </a:ext>
            </a:extLst>
          </p:cNvPr>
          <p:cNvSpPr>
            <a:spLocks noGrp="1"/>
          </p:cNvSpPr>
          <p:nvPr>
            <p:ph type="subTitle" idx="1" hasCustomPrompt="1"/>
          </p:nvPr>
        </p:nvSpPr>
        <p:spPr>
          <a:xfrm>
            <a:off x="790864" y="4478270"/>
            <a:ext cx="7380370" cy="392650"/>
          </a:xfrm>
        </p:spPr>
        <p:txBody>
          <a:bodyPr>
            <a:normAutofit/>
          </a:bodyPr>
          <a:lstStyle>
            <a:lvl1pPr marL="0" indent="0" algn="l">
              <a:buNone/>
              <a:defRPr sz="2000" b="1">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Add your team or unit name here</a:t>
            </a:r>
            <a:endParaRPr lang="en-AU"/>
          </a:p>
        </p:txBody>
      </p:sp>
      <p:sp>
        <p:nvSpPr>
          <p:cNvPr id="7" name="Title 1">
            <a:extLst>
              <a:ext uri="{FF2B5EF4-FFF2-40B4-BE49-F238E27FC236}">
                <a16:creationId xmlns:a16="http://schemas.microsoft.com/office/drawing/2014/main" id="{61B0F8D3-1A5D-4A55-95F5-BD6A49BF3899}"/>
              </a:ext>
              <a:ext uri="{C183D7F6-B498-43B3-948B-1728B52AA6E4}">
                <adec:decorative xmlns:adec="http://schemas.microsoft.com/office/drawing/2017/decorative" val="1"/>
              </a:ext>
            </a:extLst>
          </p:cNvPr>
          <p:cNvSpPr>
            <a:spLocks noGrp="1"/>
          </p:cNvSpPr>
          <p:nvPr>
            <p:ph type="ctrTitle" hasCustomPrompt="1"/>
          </p:nvPr>
        </p:nvSpPr>
        <p:spPr>
          <a:xfrm>
            <a:off x="790864" y="2562385"/>
            <a:ext cx="7380370" cy="1833997"/>
          </a:xfrm>
        </p:spPr>
        <p:txBody>
          <a:bodyPr anchor="ctr">
            <a:normAutofit/>
          </a:bodyPr>
          <a:lstStyle>
            <a:lvl1pPr algn="l">
              <a:defRPr sz="5400" b="1">
                <a:solidFill>
                  <a:schemeClr val="bg1"/>
                </a:solidFill>
              </a:defRPr>
            </a:lvl1pPr>
          </a:lstStyle>
          <a:p>
            <a:r>
              <a:rPr lang="en-US"/>
              <a:t>Click to edit: Presentation Title</a:t>
            </a:r>
            <a:endParaRPr lang="en-AU"/>
          </a:p>
        </p:txBody>
      </p:sp>
      <p:pic>
        <p:nvPicPr>
          <p:cNvPr id="12" name="Picture 11" descr="Logo - Queensland University of Technology">
            <a:extLst>
              <a:ext uri="{FF2B5EF4-FFF2-40B4-BE49-F238E27FC236}">
                <a16:creationId xmlns:a16="http://schemas.microsoft.com/office/drawing/2014/main" id="{C35C2B97-D26F-4371-845A-ED049B3F1562}"/>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9766469" y="503285"/>
            <a:ext cx="1655763" cy="1655763"/>
          </a:xfrm>
          <a:prstGeom prst="rect">
            <a:avLst/>
          </a:prstGeom>
        </p:spPr>
      </p:pic>
    </p:spTree>
    <p:custDataLst>
      <p:tags r:id="rId1"/>
    </p:custDataLst>
    <p:extLst>
      <p:ext uri="{BB962C8B-B14F-4D97-AF65-F5344CB8AC3E}">
        <p14:creationId xmlns:p14="http://schemas.microsoft.com/office/powerpoint/2010/main" val="523388885"/>
      </p:ext>
    </p:extLst>
  </p:cSld>
  <p:clrMapOvr>
    <a:masterClrMapping/>
  </p:clrMapOvr>
  <p:transition spd="med">
    <p:fade/>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1_Title Slide 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FCD9C7A-FB4B-4C32-BB94-381D14AD3156}"/>
              </a:ext>
              <a:ext uri="{C183D7F6-B498-43B3-948B-1728B52AA6E4}">
                <adec:decorative xmlns:adec="http://schemas.microsoft.com/office/drawing/2017/decorative" val="1"/>
              </a:ext>
            </a:extLst>
          </p:cNvPr>
          <p:cNvSpPr/>
          <p:nvPr userDrawn="1"/>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 name="Text Placeholder 7">
            <a:extLst>
              <a:ext uri="{FF2B5EF4-FFF2-40B4-BE49-F238E27FC236}">
                <a16:creationId xmlns:a16="http://schemas.microsoft.com/office/drawing/2014/main" id="{EFD7735A-B7DA-4E07-A843-5FC5BA79AD50}"/>
              </a:ext>
              <a:ext uri="{C183D7F6-B498-43B3-948B-1728B52AA6E4}">
                <adec:decorative xmlns:adec="http://schemas.microsoft.com/office/drawing/2017/decorative" val="1"/>
              </a:ext>
            </a:extLst>
          </p:cNvPr>
          <p:cNvSpPr>
            <a:spLocks noGrp="1"/>
          </p:cNvSpPr>
          <p:nvPr>
            <p:ph type="body" sz="quarter" idx="10" hasCustomPrompt="1"/>
          </p:nvPr>
        </p:nvSpPr>
        <p:spPr>
          <a:xfrm>
            <a:off x="790864" y="4843624"/>
            <a:ext cx="7380287" cy="933450"/>
          </a:xfrm>
        </p:spPr>
        <p:txBody>
          <a:bodyPr/>
          <a:lstStyle>
            <a:lvl1pPr algn="l">
              <a:buNone/>
              <a:defRPr sz="1800">
                <a:solidFill>
                  <a:schemeClr val="tx2"/>
                </a:solidFill>
                <a:latin typeface="+mn-lt"/>
              </a:defRPr>
            </a:lvl1pPr>
            <a:lvl2pPr>
              <a:buNone/>
              <a:defRPr sz="1800">
                <a:solidFill>
                  <a:schemeClr val="bg1"/>
                </a:solidFill>
                <a:latin typeface="+mn-lt"/>
              </a:defRPr>
            </a:lvl2pPr>
            <a:lvl3pPr>
              <a:buNone/>
              <a:defRPr sz="1800">
                <a:solidFill>
                  <a:schemeClr val="bg1"/>
                </a:solidFill>
                <a:latin typeface="+mn-lt"/>
              </a:defRPr>
            </a:lvl3pPr>
            <a:lvl4pPr>
              <a:buNone/>
              <a:defRPr sz="1800">
                <a:solidFill>
                  <a:schemeClr val="bg1"/>
                </a:solidFill>
                <a:latin typeface="+mn-lt"/>
              </a:defRPr>
            </a:lvl4pPr>
            <a:lvl5pPr>
              <a:buNone/>
              <a:defRPr sz="1800">
                <a:solidFill>
                  <a:schemeClr val="bg1"/>
                </a:solidFill>
                <a:latin typeface="+mn-lt"/>
              </a:defRPr>
            </a:lvl5pPr>
          </a:lstStyle>
          <a:p>
            <a:pPr lvl="0"/>
            <a:r>
              <a:rPr lang="en-US"/>
              <a:t>Click to edit: Add your </a:t>
            </a:r>
            <a:r>
              <a:rPr lang="en-AU"/>
              <a:t>department, faculty or division name here</a:t>
            </a:r>
            <a:endParaRPr lang="en-US"/>
          </a:p>
        </p:txBody>
      </p:sp>
      <p:sp>
        <p:nvSpPr>
          <p:cNvPr id="9" name="Subtitle 2">
            <a:extLst>
              <a:ext uri="{FF2B5EF4-FFF2-40B4-BE49-F238E27FC236}">
                <a16:creationId xmlns:a16="http://schemas.microsoft.com/office/drawing/2014/main" id="{D3648EB6-3C0F-47AC-998B-1F86FA64CEED}"/>
              </a:ext>
              <a:ext uri="{C183D7F6-B498-43B3-948B-1728B52AA6E4}">
                <adec:decorative xmlns:adec="http://schemas.microsoft.com/office/drawing/2017/decorative" val="1"/>
              </a:ext>
            </a:extLst>
          </p:cNvPr>
          <p:cNvSpPr>
            <a:spLocks noGrp="1"/>
          </p:cNvSpPr>
          <p:nvPr>
            <p:ph type="subTitle" idx="1" hasCustomPrompt="1"/>
          </p:nvPr>
        </p:nvSpPr>
        <p:spPr>
          <a:xfrm>
            <a:off x="790864" y="4478270"/>
            <a:ext cx="7380370" cy="392650"/>
          </a:xfrm>
        </p:spPr>
        <p:txBody>
          <a:bodyPr>
            <a:normAutofit/>
          </a:bodyPr>
          <a:lstStyle>
            <a:lvl1pPr marL="0" indent="0" algn="l">
              <a:buNone/>
              <a:defRPr sz="2000" b="1">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Add your team or unit name here</a:t>
            </a:r>
            <a:endParaRPr lang="en-AU"/>
          </a:p>
        </p:txBody>
      </p:sp>
      <p:sp>
        <p:nvSpPr>
          <p:cNvPr id="7" name="Title 1">
            <a:extLst>
              <a:ext uri="{FF2B5EF4-FFF2-40B4-BE49-F238E27FC236}">
                <a16:creationId xmlns:a16="http://schemas.microsoft.com/office/drawing/2014/main" id="{E252BC87-340E-4AA0-A72B-58BB011DA75B}"/>
              </a:ext>
              <a:ext uri="{C183D7F6-B498-43B3-948B-1728B52AA6E4}">
                <adec:decorative xmlns:adec="http://schemas.microsoft.com/office/drawing/2017/decorative" val="1"/>
              </a:ext>
            </a:extLst>
          </p:cNvPr>
          <p:cNvSpPr>
            <a:spLocks noGrp="1"/>
          </p:cNvSpPr>
          <p:nvPr>
            <p:ph type="ctrTitle" hasCustomPrompt="1"/>
          </p:nvPr>
        </p:nvSpPr>
        <p:spPr>
          <a:xfrm>
            <a:off x="790864" y="2562385"/>
            <a:ext cx="7380370" cy="1833997"/>
          </a:xfrm>
        </p:spPr>
        <p:txBody>
          <a:bodyPr anchor="ctr">
            <a:normAutofit/>
          </a:bodyPr>
          <a:lstStyle>
            <a:lvl1pPr algn="l">
              <a:defRPr sz="5400" b="1">
                <a:solidFill>
                  <a:schemeClr val="tx2"/>
                </a:solidFill>
              </a:defRPr>
            </a:lvl1pPr>
          </a:lstStyle>
          <a:p>
            <a:r>
              <a:rPr lang="en-US"/>
              <a:t>Click to edit: Presentation Title</a:t>
            </a:r>
            <a:endParaRPr lang="en-AU"/>
          </a:p>
        </p:txBody>
      </p:sp>
      <p:pic>
        <p:nvPicPr>
          <p:cNvPr id="12" name="Picture 11" descr="Logo - Queensland University of Technology">
            <a:extLst>
              <a:ext uri="{FF2B5EF4-FFF2-40B4-BE49-F238E27FC236}">
                <a16:creationId xmlns:a16="http://schemas.microsoft.com/office/drawing/2014/main" id="{C35C2B97-D26F-4371-845A-ED049B3F1562}"/>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9766469" y="503285"/>
            <a:ext cx="1655763" cy="1655763"/>
          </a:xfrm>
          <a:prstGeom prst="rect">
            <a:avLst/>
          </a:prstGeom>
        </p:spPr>
      </p:pic>
    </p:spTree>
    <p:custDataLst>
      <p:tags r:id="rId1"/>
    </p:custDataLst>
    <p:extLst>
      <p:ext uri="{BB962C8B-B14F-4D97-AF65-F5344CB8AC3E}">
        <p14:creationId xmlns:p14="http://schemas.microsoft.com/office/powerpoint/2010/main" val="411296794"/>
      </p:ext>
    </p:extLst>
  </p:cSld>
  <p:clrMapOvr>
    <a:masterClrMapping/>
  </p:clrMapOvr>
  <p:transition spd="med">
    <p:fade/>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1_Title Slide F">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FCD9C7A-FB4B-4C32-BB94-381D14AD3156}"/>
              </a:ext>
              <a:ext uri="{C183D7F6-B498-43B3-948B-1728B52AA6E4}">
                <adec:decorative xmlns:adec="http://schemas.microsoft.com/office/drawing/2017/decorative" val="1"/>
              </a:ext>
            </a:extLst>
          </p:cNvPr>
          <p:cNvSpPr/>
          <p:nvPr userDrawn="1"/>
        </p:nvSpPr>
        <p:spPr>
          <a:xfrm>
            <a:off x="0" y="0"/>
            <a:ext cx="12192000" cy="6858000"/>
          </a:xfrm>
          <a:prstGeom prst="rect">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 name="Text Placeholder 7">
            <a:extLst>
              <a:ext uri="{FF2B5EF4-FFF2-40B4-BE49-F238E27FC236}">
                <a16:creationId xmlns:a16="http://schemas.microsoft.com/office/drawing/2014/main" id="{EFD7735A-B7DA-4E07-A843-5FC5BA79AD50}"/>
              </a:ext>
              <a:ext uri="{C183D7F6-B498-43B3-948B-1728B52AA6E4}">
                <adec:decorative xmlns:adec="http://schemas.microsoft.com/office/drawing/2017/decorative" val="1"/>
              </a:ext>
            </a:extLst>
          </p:cNvPr>
          <p:cNvSpPr>
            <a:spLocks noGrp="1"/>
          </p:cNvSpPr>
          <p:nvPr>
            <p:ph type="body" sz="quarter" idx="10" hasCustomPrompt="1"/>
          </p:nvPr>
        </p:nvSpPr>
        <p:spPr>
          <a:xfrm>
            <a:off x="790864" y="4843624"/>
            <a:ext cx="7380287" cy="933450"/>
          </a:xfrm>
        </p:spPr>
        <p:txBody>
          <a:bodyPr/>
          <a:lstStyle>
            <a:lvl1pPr algn="l">
              <a:buNone/>
              <a:defRPr sz="1800">
                <a:solidFill>
                  <a:schemeClr val="tx2"/>
                </a:solidFill>
                <a:latin typeface="+mn-lt"/>
              </a:defRPr>
            </a:lvl1pPr>
            <a:lvl2pPr>
              <a:buNone/>
              <a:defRPr sz="1800">
                <a:solidFill>
                  <a:schemeClr val="bg1"/>
                </a:solidFill>
                <a:latin typeface="+mn-lt"/>
              </a:defRPr>
            </a:lvl2pPr>
            <a:lvl3pPr>
              <a:buNone/>
              <a:defRPr sz="1800">
                <a:solidFill>
                  <a:schemeClr val="bg1"/>
                </a:solidFill>
                <a:latin typeface="+mn-lt"/>
              </a:defRPr>
            </a:lvl3pPr>
            <a:lvl4pPr>
              <a:buNone/>
              <a:defRPr sz="1800">
                <a:solidFill>
                  <a:schemeClr val="bg1"/>
                </a:solidFill>
                <a:latin typeface="+mn-lt"/>
              </a:defRPr>
            </a:lvl4pPr>
            <a:lvl5pPr>
              <a:buNone/>
              <a:defRPr sz="1800">
                <a:solidFill>
                  <a:schemeClr val="bg1"/>
                </a:solidFill>
                <a:latin typeface="+mn-lt"/>
              </a:defRPr>
            </a:lvl5pPr>
          </a:lstStyle>
          <a:p>
            <a:pPr lvl="0"/>
            <a:r>
              <a:rPr lang="en-US"/>
              <a:t>Click to edit: Add your </a:t>
            </a:r>
            <a:r>
              <a:rPr lang="en-AU"/>
              <a:t>department, faculty or division name here</a:t>
            </a:r>
            <a:endParaRPr lang="en-US"/>
          </a:p>
        </p:txBody>
      </p:sp>
      <p:sp>
        <p:nvSpPr>
          <p:cNvPr id="9" name="Subtitle 2">
            <a:extLst>
              <a:ext uri="{FF2B5EF4-FFF2-40B4-BE49-F238E27FC236}">
                <a16:creationId xmlns:a16="http://schemas.microsoft.com/office/drawing/2014/main" id="{D3648EB6-3C0F-47AC-998B-1F86FA64CEED}"/>
              </a:ext>
              <a:ext uri="{C183D7F6-B498-43B3-948B-1728B52AA6E4}">
                <adec:decorative xmlns:adec="http://schemas.microsoft.com/office/drawing/2017/decorative" val="1"/>
              </a:ext>
            </a:extLst>
          </p:cNvPr>
          <p:cNvSpPr>
            <a:spLocks noGrp="1"/>
          </p:cNvSpPr>
          <p:nvPr>
            <p:ph type="subTitle" idx="1" hasCustomPrompt="1"/>
          </p:nvPr>
        </p:nvSpPr>
        <p:spPr>
          <a:xfrm>
            <a:off x="790864" y="4478270"/>
            <a:ext cx="7380370" cy="392650"/>
          </a:xfrm>
        </p:spPr>
        <p:txBody>
          <a:bodyPr>
            <a:normAutofit/>
          </a:bodyPr>
          <a:lstStyle>
            <a:lvl1pPr marL="0" indent="0" algn="l">
              <a:buNone/>
              <a:defRPr sz="2000" b="1">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Add your team or unit name here</a:t>
            </a:r>
            <a:endParaRPr lang="en-AU"/>
          </a:p>
        </p:txBody>
      </p:sp>
      <p:sp>
        <p:nvSpPr>
          <p:cNvPr id="7" name="Title 1">
            <a:extLst>
              <a:ext uri="{FF2B5EF4-FFF2-40B4-BE49-F238E27FC236}">
                <a16:creationId xmlns:a16="http://schemas.microsoft.com/office/drawing/2014/main" id="{E252BC87-340E-4AA0-A72B-58BB011DA75B}"/>
              </a:ext>
              <a:ext uri="{C183D7F6-B498-43B3-948B-1728B52AA6E4}">
                <adec:decorative xmlns:adec="http://schemas.microsoft.com/office/drawing/2017/decorative" val="1"/>
              </a:ext>
            </a:extLst>
          </p:cNvPr>
          <p:cNvSpPr>
            <a:spLocks noGrp="1"/>
          </p:cNvSpPr>
          <p:nvPr>
            <p:ph type="ctrTitle" hasCustomPrompt="1"/>
          </p:nvPr>
        </p:nvSpPr>
        <p:spPr>
          <a:xfrm>
            <a:off x="790864" y="2562385"/>
            <a:ext cx="7380370" cy="1833997"/>
          </a:xfrm>
        </p:spPr>
        <p:txBody>
          <a:bodyPr anchor="ctr">
            <a:normAutofit/>
          </a:bodyPr>
          <a:lstStyle>
            <a:lvl1pPr algn="l">
              <a:defRPr sz="5400" b="1">
                <a:solidFill>
                  <a:schemeClr val="tx2"/>
                </a:solidFill>
              </a:defRPr>
            </a:lvl1pPr>
          </a:lstStyle>
          <a:p>
            <a:r>
              <a:rPr lang="en-US"/>
              <a:t>Click to edit: Presentation Title</a:t>
            </a:r>
            <a:endParaRPr lang="en-AU"/>
          </a:p>
        </p:txBody>
      </p:sp>
      <p:pic>
        <p:nvPicPr>
          <p:cNvPr id="12" name="Picture 11" descr="Logo - Queensland University of Technology">
            <a:extLst>
              <a:ext uri="{FF2B5EF4-FFF2-40B4-BE49-F238E27FC236}">
                <a16:creationId xmlns:a16="http://schemas.microsoft.com/office/drawing/2014/main" id="{C35C2B97-D26F-4371-845A-ED049B3F1562}"/>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9766469" y="503285"/>
            <a:ext cx="1655763" cy="1655763"/>
          </a:xfrm>
          <a:prstGeom prst="rect">
            <a:avLst/>
          </a:prstGeom>
        </p:spPr>
      </p:pic>
    </p:spTree>
    <p:extLst>
      <p:ext uri="{BB962C8B-B14F-4D97-AF65-F5344CB8AC3E}">
        <p14:creationId xmlns:p14="http://schemas.microsoft.com/office/powerpoint/2010/main" val="4195971627"/>
      </p:ext>
    </p:extLst>
  </p:cSld>
  <p:clrMapOvr>
    <a:masterClrMapping/>
  </p:clrMapOvr>
  <p:transition spd="med">
    <p:fade/>
  </p:transition>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Acknowledgement of Traditional Owners">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69B65F8-F29C-4687-97B1-132017B0CADF}"/>
              </a:ext>
              <a:ext uri="{C183D7F6-B498-43B3-948B-1728B52AA6E4}">
                <adec:decorative xmlns:adec="http://schemas.microsoft.com/office/drawing/2017/decorative" val="1"/>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0" y="0"/>
            <a:ext cx="12192000" cy="6087980"/>
          </a:xfrm>
          <a:prstGeom prst="rect">
            <a:avLst/>
          </a:prstGeom>
        </p:spPr>
      </p:pic>
      <p:sp>
        <p:nvSpPr>
          <p:cNvPr id="10" name="TextBox 9">
            <a:extLst>
              <a:ext uri="{FF2B5EF4-FFF2-40B4-BE49-F238E27FC236}">
                <a16:creationId xmlns:a16="http://schemas.microsoft.com/office/drawing/2014/main" id="{47C840F1-E6C3-4979-8FDB-27FC3DA3D710}"/>
              </a:ext>
              <a:ext uri="{C183D7F6-B498-43B3-948B-1728B52AA6E4}">
                <adec:decorative xmlns:adec="http://schemas.microsoft.com/office/drawing/2017/decorative" val="1"/>
              </a:ext>
            </a:extLst>
          </p:cNvPr>
          <p:cNvSpPr txBox="1"/>
          <p:nvPr userDrawn="1"/>
        </p:nvSpPr>
        <p:spPr>
          <a:xfrm>
            <a:off x="2683824" y="2955211"/>
            <a:ext cx="7908966" cy="2010807"/>
          </a:xfrm>
          <a:prstGeom prst="rect">
            <a:avLst/>
          </a:prstGeom>
          <a:noFill/>
        </p:spPr>
        <p:txBody>
          <a:bodyPr wrap="square">
            <a:spAutoFit/>
          </a:bodyPr>
          <a:lstStyle/>
          <a:p>
            <a:pPr marR="0" algn="l" rtl="0">
              <a:lnSpc>
                <a:spcPct val="100000"/>
              </a:lnSpc>
              <a:spcAft>
                <a:spcPts val="600"/>
              </a:spcAft>
            </a:pPr>
            <a:r>
              <a:rPr lang="en-AU" sz="2400" b="0" i="0" u="none" strike="noStrike" baseline="30000">
                <a:solidFill>
                  <a:schemeClr val="bg1"/>
                </a:solidFill>
                <a:latin typeface="Montserrat Medium" panose="00000600000000000000" pitchFamily="2" charset="0"/>
              </a:rPr>
              <a:t>QUT acknowledges the Turrbal and Yugara, as the First Nations owners of the lands where QUT now stands. We pay respect to their Elders, lores, customs and creation spirits. We recognise that these lands have always been places of teaching, research and learning. ​</a:t>
            </a:r>
          </a:p>
          <a:p>
            <a:pPr marR="0" algn="l" rtl="0">
              <a:lnSpc>
                <a:spcPct val="100000"/>
              </a:lnSpc>
              <a:spcAft>
                <a:spcPts val="600"/>
              </a:spcAft>
            </a:pPr>
            <a:endParaRPr lang="en-AU" sz="2400" b="0" i="0" u="none" strike="noStrike" baseline="30000">
              <a:solidFill>
                <a:schemeClr val="bg1"/>
              </a:solidFill>
              <a:latin typeface="Montserrat Medium" panose="00000600000000000000" pitchFamily="2" charset="0"/>
            </a:endParaRPr>
          </a:p>
          <a:p>
            <a:pPr marR="0" algn="l" rtl="0">
              <a:lnSpc>
                <a:spcPct val="100000"/>
              </a:lnSpc>
              <a:spcAft>
                <a:spcPts val="600"/>
              </a:spcAft>
            </a:pPr>
            <a:r>
              <a:rPr lang="en-AU" sz="2400" b="0" i="0" u="none" strike="noStrike" baseline="30000">
                <a:solidFill>
                  <a:schemeClr val="bg1"/>
                </a:solidFill>
                <a:latin typeface="Montserrat Medium" panose="00000600000000000000" pitchFamily="2" charset="0"/>
              </a:rPr>
              <a:t>QUT acknowledges the important role Aboriginal and Torres Strait Islander people play within the QUT community.</a:t>
            </a:r>
            <a:r>
              <a:rPr lang="en-AU" sz="2800" b="0" i="0" u="none" strike="noStrike" baseline="30000">
                <a:solidFill>
                  <a:schemeClr val="bg1"/>
                </a:solidFill>
                <a:latin typeface="Montserrat Medium" panose="00000600000000000000" pitchFamily="2" charset="0"/>
              </a:rPr>
              <a:t>​</a:t>
            </a:r>
          </a:p>
        </p:txBody>
      </p:sp>
      <p:sp>
        <p:nvSpPr>
          <p:cNvPr id="12" name="TextBox 11">
            <a:extLst>
              <a:ext uri="{FF2B5EF4-FFF2-40B4-BE49-F238E27FC236}">
                <a16:creationId xmlns:a16="http://schemas.microsoft.com/office/drawing/2014/main" id="{0D8FB860-6D57-4BAC-8ECF-0B93F59FD5F7}"/>
              </a:ext>
              <a:ext uri="{C183D7F6-B498-43B3-948B-1728B52AA6E4}">
                <adec:decorative xmlns:adec="http://schemas.microsoft.com/office/drawing/2017/decorative" val="1"/>
              </a:ext>
            </a:extLst>
          </p:cNvPr>
          <p:cNvSpPr txBox="1"/>
          <p:nvPr userDrawn="1"/>
        </p:nvSpPr>
        <p:spPr>
          <a:xfrm>
            <a:off x="2922854" y="2463858"/>
            <a:ext cx="7046481" cy="420628"/>
          </a:xfrm>
          <a:prstGeom prst="rect">
            <a:avLst/>
          </a:prstGeom>
          <a:noFill/>
        </p:spPr>
        <p:txBody>
          <a:bodyPr wrap="square">
            <a:spAutoFit/>
          </a:bodyPr>
          <a:lstStyle/>
          <a:p>
            <a:pPr marR="0" algn="l" rtl="0"/>
            <a:r>
              <a:rPr lang="en-AU" sz="3200" b="1" i="0" u="none" strike="noStrike" baseline="30000" noProof="0">
                <a:solidFill>
                  <a:schemeClr val="bg1"/>
                </a:solidFill>
                <a:latin typeface="Montserrat Medium" panose="00000600000000000000" pitchFamily="2" charset="0"/>
              </a:rPr>
              <a:t>ACKNOWLEDGEMENT OF TRADITIONAL OWNERS </a:t>
            </a:r>
          </a:p>
        </p:txBody>
      </p:sp>
    </p:spTree>
    <p:custDataLst>
      <p:tags r:id="rId1"/>
    </p:custDataLst>
    <p:extLst>
      <p:ext uri="{BB962C8B-B14F-4D97-AF65-F5344CB8AC3E}">
        <p14:creationId xmlns:p14="http://schemas.microsoft.com/office/powerpoint/2010/main" val="479861691"/>
      </p:ext>
    </p:extLst>
  </p:cSld>
  <p:clrMapOvr>
    <a:masterClrMapping/>
  </p:clrMapOvr>
  <p:transition spd="med">
    <p:fade/>
  </p:transition>
  <p:extLst>
    <p:ext uri="{DCECCB84-F9BA-43D5-87BE-67443E8EF086}">
      <p15:sldGuideLst xmlns:p15="http://schemas.microsoft.com/office/powerpoint/2012/main">
        <p15:guide id="1" orient="horz" pos="2160">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type="obj" preserve="1">
  <p:cSld name="2_Standard Slide">
    <p:spTree>
      <p:nvGrpSpPr>
        <p:cNvPr id="1" name=""/>
        <p:cNvGrpSpPr/>
        <p:nvPr/>
      </p:nvGrpSpPr>
      <p:grpSpPr>
        <a:xfrm>
          <a:off x="0" y="0"/>
          <a:ext cx="0" cy="0"/>
          <a:chOff x="0" y="0"/>
          <a:chExt cx="0" cy="0"/>
        </a:xfrm>
      </p:grpSpPr>
      <p:sp>
        <p:nvSpPr>
          <p:cNvPr id="4" name="Slide Number Placeholder 1">
            <a:extLst>
              <a:ext uri="{FF2B5EF4-FFF2-40B4-BE49-F238E27FC236}">
                <a16:creationId xmlns:a16="http://schemas.microsoft.com/office/drawing/2014/main" id="{092487F3-73DA-4656-84F8-1DE5A80C51B7}"/>
              </a:ext>
              <a:ext uri="{C183D7F6-B498-43B3-948B-1728B52AA6E4}">
                <adec:decorative xmlns:adec="http://schemas.microsoft.com/office/drawing/2017/decorative" val="1"/>
              </a:ext>
            </a:extLst>
          </p:cNvPr>
          <p:cNvSpPr>
            <a:spLocks noGrp="1"/>
          </p:cNvSpPr>
          <p:nvPr>
            <p:ph type="sldNum" sz="quarter" idx="4"/>
          </p:nvPr>
        </p:nvSpPr>
        <p:spPr>
          <a:xfrm>
            <a:off x="11188461" y="186179"/>
            <a:ext cx="657044" cy="365125"/>
          </a:xfrm>
          <a:prstGeom prst="rect">
            <a:avLst/>
          </a:prstGeom>
        </p:spPr>
        <p:txBody>
          <a:bodyPr vert="horz" lIns="91440" tIns="45720" rIns="91440" bIns="45720" rtlCol="0" anchor="ctr"/>
          <a:lstStyle>
            <a:lvl1pPr algn="r">
              <a:defRPr sz="1200">
                <a:solidFill>
                  <a:schemeClr val="tx1">
                    <a:lumMod val="75000"/>
                    <a:lumOff val="25000"/>
                  </a:schemeClr>
                </a:solidFill>
              </a:defRPr>
            </a:lvl1pPr>
          </a:lstStyle>
          <a:p>
            <a:fld id="{50DE2101-C65B-4E63-9A0E-F3BD87D4D20C}" type="slidenum">
              <a:rPr lang="en-AU" smtClean="0"/>
              <a:pPr/>
              <a:t>‹#›</a:t>
            </a:fld>
            <a:endParaRPr lang="en-AU"/>
          </a:p>
        </p:txBody>
      </p:sp>
      <p:sp>
        <p:nvSpPr>
          <p:cNvPr id="3" name="Content Placeholder 2">
            <a:extLst>
              <a:ext uri="{FF2B5EF4-FFF2-40B4-BE49-F238E27FC236}">
                <a16:creationId xmlns:a16="http://schemas.microsoft.com/office/drawing/2014/main" id="{FA20A0EA-FE24-441E-B009-2BD5DB9A903A}"/>
              </a:ext>
              <a:ext uri="{C183D7F6-B498-43B3-948B-1728B52AA6E4}">
                <adec:decorative xmlns:adec="http://schemas.microsoft.com/office/drawing/2017/decorative" val="1"/>
              </a:ext>
            </a:extLst>
          </p:cNvPr>
          <p:cNvSpPr>
            <a:spLocks noGrp="1"/>
          </p:cNvSpPr>
          <p:nvPr>
            <p:ph idx="1"/>
          </p:nvPr>
        </p:nvSpPr>
        <p:spPr>
          <a:xfrm>
            <a:off x="468000" y="1800000"/>
            <a:ext cx="11232000" cy="3960000"/>
          </a:xfrm>
          <a:prstGeom prst="rect">
            <a:avLst/>
          </a:prstGeom>
        </p:spPr>
        <p:txBody>
          <a:bodyPr/>
          <a:lstStyle>
            <a:lvl1pPr>
              <a:defRPr sz="2400"/>
            </a:lvl1pPr>
            <a:lvl2pPr>
              <a:defRPr sz="2400"/>
            </a:lvl2pPr>
            <a:lvl3pPr>
              <a:defRPr sz="2400"/>
            </a:lvl3pPr>
            <a:lvl4pPr>
              <a:defRPr sz="2400"/>
            </a:lvl4pPr>
            <a:lvl5pPr>
              <a:defRPr sz="2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2" name="Title 1">
            <a:extLst>
              <a:ext uri="{FF2B5EF4-FFF2-40B4-BE49-F238E27FC236}">
                <a16:creationId xmlns:a16="http://schemas.microsoft.com/office/drawing/2014/main" id="{860521EC-3BCC-46AD-A4CB-4CEC78D8996C}"/>
              </a:ext>
              <a:ext uri="{C183D7F6-B498-43B3-948B-1728B52AA6E4}">
                <adec:decorative xmlns:adec="http://schemas.microsoft.com/office/drawing/2017/decorative" val="1"/>
              </a:ext>
            </a:extLst>
          </p:cNvPr>
          <p:cNvSpPr>
            <a:spLocks noGrp="1"/>
          </p:cNvSpPr>
          <p:nvPr>
            <p:ph type="title"/>
          </p:nvPr>
        </p:nvSpPr>
        <p:spPr>
          <a:xfrm>
            <a:off x="468000" y="360000"/>
            <a:ext cx="11232000" cy="1332000"/>
          </a:xfrm>
          <a:prstGeom prst="rect">
            <a:avLst/>
          </a:prstGeom>
        </p:spPr>
        <p:txBody>
          <a:bodyPr/>
          <a:lstStyle>
            <a:lvl1pPr>
              <a:defRPr>
                <a:latin typeface="+mj-lt"/>
              </a:defRPr>
            </a:lvl1pPr>
          </a:lstStyle>
          <a:p>
            <a:r>
              <a:rPr lang="en-US"/>
              <a:t>Click to edit Master title style</a:t>
            </a:r>
            <a:endParaRPr lang="en-AU"/>
          </a:p>
        </p:txBody>
      </p:sp>
    </p:spTree>
    <p:custDataLst>
      <p:tags r:id="rId1"/>
    </p:custDataLst>
    <p:extLst>
      <p:ext uri="{BB962C8B-B14F-4D97-AF65-F5344CB8AC3E}">
        <p14:creationId xmlns:p14="http://schemas.microsoft.com/office/powerpoint/2010/main" val="3401174031"/>
      </p:ext>
    </p:extLst>
  </p:cSld>
  <p:clrMapOvr>
    <a:masterClrMapping/>
  </p:clrMapOvr>
  <p:transition spd="med">
    <p:fade/>
  </p:transition>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3_Standard slide">
    <p:spTree>
      <p:nvGrpSpPr>
        <p:cNvPr id="1" name=""/>
        <p:cNvGrpSpPr/>
        <p:nvPr/>
      </p:nvGrpSpPr>
      <p:grpSpPr>
        <a:xfrm>
          <a:off x="0" y="0"/>
          <a:ext cx="0" cy="0"/>
          <a:chOff x="0" y="0"/>
          <a:chExt cx="0" cy="0"/>
        </a:xfrm>
      </p:grpSpPr>
      <p:sp>
        <p:nvSpPr>
          <p:cNvPr id="4" name="Slide Number Placeholder 1">
            <a:extLst>
              <a:ext uri="{FF2B5EF4-FFF2-40B4-BE49-F238E27FC236}">
                <a16:creationId xmlns:a16="http://schemas.microsoft.com/office/drawing/2014/main" id="{092487F3-73DA-4656-84F8-1DE5A80C51B7}"/>
              </a:ext>
            </a:extLst>
          </p:cNvPr>
          <p:cNvSpPr>
            <a:spLocks noGrp="1"/>
          </p:cNvSpPr>
          <p:nvPr>
            <p:ph type="sldNum" sz="quarter" idx="4"/>
          </p:nvPr>
        </p:nvSpPr>
        <p:spPr>
          <a:xfrm>
            <a:off x="11188461" y="186179"/>
            <a:ext cx="657044" cy="365125"/>
          </a:xfrm>
          <a:prstGeom prst="rect">
            <a:avLst/>
          </a:prstGeom>
        </p:spPr>
        <p:txBody>
          <a:bodyPr vert="horz" lIns="91440" tIns="45720" rIns="91440" bIns="45720" rtlCol="0" anchor="ctr"/>
          <a:lstStyle>
            <a:lvl1pPr algn="r">
              <a:defRPr sz="1200">
                <a:solidFill>
                  <a:schemeClr val="tx1">
                    <a:lumMod val="75000"/>
                    <a:lumOff val="25000"/>
                  </a:schemeClr>
                </a:solidFill>
              </a:defRPr>
            </a:lvl1pPr>
          </a:lstStyle>
          <a:p>
            <a:fld id="{50DE2101-C65B-4E63-9A0E-F3BD87D4D20C}" type="slidenum">
              <a:rPr lang="en-AU" smtClean="0"/>
              <a:pPr/>
              <a:t>‹#›</a:t>
            </a:fld>
            <a:endParaRPr lang="en-AU"/>
          </a:p>
        </p:txBody>
      </p:sp>
      <p:sp>
        <p:nvSpPr>
          <p:cNvPr id="2" name="Title 1">
            <a:extLst>
              <a:ext uri="{FF2B5EF4-FFF2-40B4-BE49-F238E27FC236}">
                <a16:creationId xmlns:a16="http://schemas.microsoft.com/office/drawing/2014/main" id="{860521EC-3BCC-46AD-A4CB-4CEC78D8996C}"/>
              </a:ext>
              <a:ext uri="{C183D7F6-B498-43B3-948B-1728B52AA6E4}">
                <adec:decorative xmlns:adec="http://schemas.microsoft.com/office/drawing/2017/decorative" val="1"/>
              </a:ext>
            </a:extLst>
          </p:cNvPr>
          <p:cNvSpPr>
            <a:spLocks noGrp="1"/>
          </p:cNvSpPr>
          <p:nvPr>
            <p:ph type="title"/>
          </p:nvPr>
        </p:nvSpPr>
        <p:spPr>
          <a:xfrm>
            <a:off x="468000" y="360000"/>
            <a:ext cx="11232000" cy="1332000"/>
          </a:xfrm>
          <a:prstGeom prst="rect">
            <a:avLst/>
          </a:prstGeom>
        </p:spPr>
        <p:txBody>
          <a:bodyPr/>
          <a:lstStyle/>
          <a:p>
            <a:r>
              <a:rPr lang="en-US"/>
              <a:t>Click to edit Master title style</a:t>
            </a:r>
            <a:endParaRPr lang="en-AU"/>
          </a:p>
        </p:txBody>
      </p:sp>
    </p:spTree>
    <p:custDataLst>
      <p:tags r:id="rId1"/>
    </p:custDataLst>
    <p:extLst>
      <p:ext uri="{BB962C8B-B14F-4D97-AF65-F5344CB8AC3E}">
        <p14:creationId xmlns:p14="http://schemas.microsoft.com/office/powerpoint/2010/main" val="2771538212"/>
      </p:ext>
    </p:extLst>
  </p:cSld>
  <p:clrMapOvr>
    <a:masterClrMapping/>
  </p:clrMapOvr>
  <p:transition spd="med">
    <p:fade/>
  </p:transition>
</p:sldLayout>
</file>

<file path=ppt/slideLayouts/slideLayout30.xml><?xml version="1.0" encoding="utf-8"?>
<p:sldLayout xmlns:a="http://schemas.openxmlformats.org/drawingml/2006/main" xmlns:r="http://schemas.openxmlformats.org/officeDocument/2006/relationships" xmlns:p="http://schemas.openxmlformats.org/presentationml/2006/main" type="twoObj" preserve="1">
  <p:cSld name="4_Two column slide">
    <p:spTree>
      <p:nvGrpSpPr>
        <p:cNvPr id="1" name=""/>
        <p:cNvGrpSpPr/>
        <p:nvPr/>
      </p:nvGrpSpPr>
      <p:grpSpPr>
        <a:xfrm>
          <a:off x="0" y="0"/>
          <a:ext cx="0" cy="0"/>
          <a:chOff x="0" y="0"/>
          <a:chExt cx="0" cy="0"/>
        </a:xfrm>
      </p:grpSpPr>
      <p:sp>
        <p:nvSpPr>
          <p:cNvPr id="5" name="Slide Number Placeholder 1">
            <a:extLst>
              <a:ext uri="{FF2B5EF4-FFF2-40B4-BE49-F238E27FC236}">
                <a16:creationId xmlns:a16="http://schemas.microsoft.com/office/drawing/2014/main" id="{BCED1A86-7C00-4B5E-BF2D-030A391AC223}"/>
              </a:ext>
            </a:extLst>
          </p:cNvPr>
          <p:cNvSpPr>
            <a:spLocks noGrp="1"/>
          </p:cNvSpPr>
          <p:nvPr>
            <p:ph type="sldNum" sz="quarter" idx="4"/>
          </p:nvPr>
        </p:nvSpPr>
        <p:spPr>
          <a:xfrm>
            <a:off x="11188461" y="186179"/>
            <a:ext cx="657044" cy="365125"/>
          </a:xfrm>
          <a:prstGeom prst="rect">
            <a:avLst/>
          </a:prstGeom>
        </p:spPr>
        <p:txBody>
          <a:bodyPr vert="horz" lIns="91440" tIns="45720" rIns="91440" bIns="45720" rtlCol="0" anchor="ctr"/>
          <a:lstStyle>
            <a:lvl1pPr algn="r">
              <a:defRPr sz="1200">
                <a:solidFill>
                  <a:schemeClr val="tx1">
                    <a:lumMod val="75000"/>
                    <a:lumOff val="25000"/>
                  </a:schemeClr>
                </a:solidFill>
              </a:defRPr>
            </a:lvl1pPr>
          </a:lstStyle>
          <a:p>
            <a:fld id="{50DE2101-C65B-4E63-9A0E-F3BD87D4D20C}" type="slidenum">
              <a:rPr lang="en-AU" smtClean="0"/>
              <a:pPr/>
              <a:t>‹#›</a:t>
            </a:fld>
            <a:endParaRPr lang="en-AU"/>
          </a:p>
        </p:txBody>
      </p:sp>
      <p:sp>
        <p:nvSpPr>
          <p:cNvPr id="4" name="Content Placeholder 3">
            <a:extLst>
              <a:ext uri="{FF2B5EF4-FFF2-40B4-BE49-F238E27FC236}">
                <a16:creationId xmlns:a16="http://schemas.microsoft.com/office/drawing/2014/main" id="{CFDA814E-6A9F-478A-8061-C5740CBC088C}"/>
              </a:ext>
              <a:ext uri="{C183D7F6-B498-43B3-948B-1728B52AA6E4}">
                <adec:decorative xmlns:adec="http://schemas.microsoft.com/office/drawing/2017/decorative" val="1"/>
              </a:ext>
            </a:extLst>
          </p:cNvPr>
          <p:cNvSpPr>
            <a:spLocks noGrp="1"/>
          </p:cNvSpPr>
          <p:nvPr>
            <p:ph sz="half" idx="2"/>
          </p:nvPr>
        </p:nvSpPr>
        <p:spPr>
          <a:xfrm>
            <a:off x="6189537" y="1800000"/>
            <a:ext cx="5510463" cy="3960000"/>
          </a:xfrm>
          <a:prstGeom prst="rect">
            <a:avLst/>
          </a:prstGeom>
        </p:spPr>
        <p:txBody>
          <a:bodyPr>
            <a:normAutofit/>
          </a:bodyPr>
          <a:lstStyle>
            <a:lvl1pPr>
              <a:defRPr sz="2000" b="1" baseline="0">
                <a:solidFill>
                  <a:srgbClr val="0F4372"/>
                </a:solidFill>
              </a:defRPr>
            </a:lvl1pPr>
            <a:lvl2pPr>
              <a:defRPr sz="2000" baseline="0">
                <a:solidFill>
                  <a:srgbClr val="000619"/>
                </a:solidFill>
              </a:defRPr>
            </a:lvl2pPr>
            <a:lvl3pPr>
              <a:defRPr sz="2000" baseline="0">
                <a:solidFill>
                  <a:srgbClr val="000619"/>
                </a:solidFill>
              </a:defRPr>
            </a:lvl3pPr>
            <a:lvl4pPr>
              <a:defRPr sz="2000" baseline="0">
                <a:solidFill>
                  <a:srgbClr val="000619"/>
                </a:solidFill>
              </a:defRPr>
            </a:lvl4pPr>
            <a:lvl5pPr>
              <a:defRPr sz="2000" baseline="0">
                <a:solidFill>
                  <a:srgbClr val="000619"/>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3" name="Content Placeholder 2">
            <a:extLst>
              <a:ext uri="{FF2B5EF4-FFF2-40B4-BE49-F238E27FC236}">
                <a16:creationId xmlns:a16="http://schemas.microsoft.com/office/drawing/2014/main" id="{AE3B8D85-19EE-40D8-B0FC-72738D139668}"/>
              </a:ext>
              <a:ext uri="{C183D7F6-B498-43B3-948B-1728B52AA6E4}">
                <adec:decorative xmlns:adec="http://schemas.microsoft.com/office/drawing/2017/decorative" val="1"/>
              </a:ext>
            </a:extLst>
          </p:cNvPr>
          <p:cNvSpPr>
            <a:spLocks noGrp="1"/>
          </p:cNvSpPr>
          <p:nvPr>
            <p:ph sz="half" idx="1"/>
          </p:nvPr>
        </p:nvSpPr>
        <p:spPr>
          <a:xfrm>
            <a:off x="468000" y="1800000"/>
            <a:ext cx="5430253" cy="3960000"/>
          </a:xfrm>
          <a:prstGeom prst="rect">
            <a:avLst/>
          </a:prstGeom>
        </p:spPr>
        <p:txBody>
          <a:bodyPr>
            <a:normAutofit/>
          </a:bodyPr>
          <a:lstStyle>
            <a:lvl1pPr>
              <a:defRPr sz="2000" b="1" baseline="0">
                <a:solidFill>
                  <a:srgbClr val="0F4372"/>
                </a:solidFill>
              </a:defRPr>
            </a:lvl1pPr>
            <a:lvl2pPr>
              <a:defRPr sz="2000" baseline="0">
                <a:solidFill>
                  <a:srgbClr val="1C1C1C"/>
                </a:solidFill>
              </a:defRPr>
            </a:lvl2pPr>
            <a:lvl3pPr>
              <a:defRPr sz="2000" baseline="0">
                <a:solidFill>
                  <a:srgbClr val="1C1C1C"/>
                </a:solidFill>
              </a:defRPr>
            </a:lvl3pPr>
            <a:lvl4pPr>
              <a:defRPr sz="2000" baseline="0">
                <a:solidFill>
                  <a:srgbClr val="1C1C1C"/>
                </a:solidFill>
              </a:defRPr>
            </a:lvl4pPr>
            <a:lvl5pPr>
              <a:defRPr sz="2000" baseline="0">
                <a:solidFill>
                  <a:srgbClr val="1C1C1C"/>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2" name="Title 1">
            <a:extLst>
              <a:ext uri="{FF2B5EF4-FFF2-40B4-BE49-F238E27FC236}">
                <a16:creationId xmlns:a16="http://schemas.microsoft.com/office/drawing/2014/main" id="{3D32BEA0-D192-4426-8039-EC77442576C8}"/>
              </a:ext>
              <a:ext uri="{C183D7F6-B498-43B3-948B-1728B52AA6E4}">
                <adec:decorative xmlns:adec="http://schemas.microsoft.com/office/drawing/2017/decorative" val="1"/>
              </a:ext>
            </a:extLst>
          </p:cNvPr>
          <p:cNvSpPr>
            <a:spLocks noGrp="1"/>
          </p:cNvSpPr>
          <p:nvPr>
            <p:ph type="title"/>
          </p:nvPr>
        </p:nvSpPr>
        <p:spPr>
          <a:xfrm>
            <a:off x="468000" y="360000"/>
            <a:ext cx="11232000" cy="1332000"/>
          </a:xfrm>
          <a:prstGeom prst="rect">
            <a:avLst/>
          </a:prstGeom>
        </p:spPr>
        <p:txBody>
          <a:bodyPr/>
          <a:lstStyle/>
          <a:p>
            <a:r>
              <a:rPr lang="en-US"/>
              <a:t>Click to edit Master title style</a:t>
            </a:r>
            <a:endParaRPr lang="en-AU"/>
          </a:p>
        </p:txBody>
      </p:sp>
    </p:spTree>
    <p:custDataLst>
      <p:tags r:id="rId1"/>
    </p:custDataLst>
    <p:extLst>
      <p:ext uri="{BB962C8B-B14F-4D97-AF65-F5344CB8AC3E}">
        <p14:creationId xmlns:p14="http://schemas.microsoft.com/office/powerpoint/2010/main" val="3363400552"/>
      </p:ext>
    </p:extLst>
  </p:cSld>
  <p:clrMapOvr>
    <a:masterClrMapping/>
  </p:clrMapOvr>
  <p:transition spd="med">
    <p:fade/>
  </p:transition>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type="obj" preserve="1">
  <p:cSld name="5_Dark blue highlight ">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EB8D0A3-3636-4D52-A40A-89EB4432DC2C}"/>
              </a:ext>
              <a:ext uri="{C183D7F6-B498-43B3-948B-1728B52AA6E4}">
                <adec:decorative xmlns:adec="http://schemas.microsoft.com/office/drawing/2017/decorative" val="1"/>
              </a:ext>
            </a:extLst>
          </p:cNvPr>
          <p:cNvSpPr/>
          <p:nvPr userDrawn="1"/>
        </p:nvSpPr>
        <p:spPr>
          <a:xfrm>
            <a:off x="0" y="0"/>
            <a:ext cx="12192000" cy="6075947"/>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4" name="Slide Number Placeholder 1">
            <a:extLst>
              <a:ext uri="{FF2B5EF4-FFF2-40B4-BE49-F238E27FC236}">
                <a16:creationId xmlns:a16="http://schemas.microsoft.com/office/drawing/2014/main" id="{092487F3-73DA-4656-84F8-1DE5A80C51B7}"/>
              </a:ext>
            </a:extLst>
          </p:cNvPr>
          <p:cNvSpPr>
            <a:spLocks noGrp="1"/>
          </p:cNvSpPr>
          <p:nvPr>
            <p:ph type="sldNum" sz="quarter" idx="4"/>
          </p:nvPr>
        </p:nvSpPr>
        <p:spPr>
          <a:xfrm>
            <a:off x="11188461" y="186179"/>
            <a:ext cx="657044" cy="365125"/>
          </a:xfrm>
          <a:prstGeom prst="rect">
            <a:avLst/>
          </a:prstGeom>
        </p:spPr>
        <p:txBody>
          <a:bodyPr vert="horz" lIns="91440" tIns="45720" rIns="91440" bIns="45720" rtlCol="0" anchor="ctr"/>
          <a:lstStyle>
            <a:lvl1pPr algn="r">
              <a:defRPr sz="1200">
                <a:solidFill>
                  <a:schemeClr val="tx1">
                    <a:lumMod val="75000"/>
                    <a:lumOff val="25000"/>
                  </a:schemeClr>
                </a:solidFill>
              </a:defRPr>
            </a:lvl1pPr>
          </a:lstStyle>
          <a:p>
            <a:fld id="{50DE2101-C65B-4E63-9A0E-F3BD87D4D20C}" type="slidenum">
              <a:rPr lang="en-AU" smtClean="0"/>
              <a:pPr/>
              <a:t>‹#›</a:t>
            </a:fld>
            <a:endParaRPr lang="en-AU"/>
          </a:p>
        </p:txBody>
      </p:sp>
      <p:sp>
        <p:nvSpPr>
          <p:cNvPr id="3" name="Content Placeholder 2">
            <a:extLst>
              <a:ext uri="{FF2B5EF4-FFF2-40B4-BE49-F238E27FC236}">
                <a16:creationId xmlns:a16="http://schemas.microsoft.com/office/drawing/2014/main" id="{FA20A0EA-FE24-441E-B009-2BD5DB9A903A}"/>
              </a:ext>
              <a:ext uri="{C183D7F6-B498-43B3-948B-1728B52AA6E4}">
                <adec:decorative xmlns:adec="http://schemas.microsoft.com/office/drawing/2017/decorative" val="1"/>
              </a:ext>
            </a:extLst>
          </p:cNvPr>
          <p:cNvSpPr>
            <a:spLocks noGrp="1"/>
          </p:cNvSpPr>
          <p:nvPr>
            <p:ph idx="1" hasCustomPrompt="1"/>
          </p:nvPr>
        </p:nvSpPr>
        <p:spPr>
          <a:xfrm>
            <a:off x="468000" y="1800000"/>
            <a:ext cx="11232000" cy="3960000"/>
          </a:xfrm>
          <a:prstGeom prst="rect">
            <a:avLst/>
          </a:prstGeom>
        </p:spPr>
        <p:txBody>
          <a:bodyPr/>
          <a:lstStyle>
            <a:lvl1pPr>
              <a:defRPr sz="2400">
                <a:solidFill>
                  <a:schemeClr val="bg1"/>
                </a:solidFill>
              </a:defRPr>
            </a:lvl1pPr>
            <a:lvl2pPr>
              <a:defRPr sz="2400">
                <a:solidFill>
                  <a:schemeClr val="bg1"/>
                </a:solidFill>
              </a:defRPr>
            </a:lvl2pPr>
            <a:lvl3pPr>
              <a:defRPr sz="2400">
                <a:solidFill>
                  <a:schemeClr val="bg1"/>
                </a:solidFill>
              </a:defRPr>
            </a:lvl3pPr>
            <a:lvl4pPr>
              <a:defRPr sz="2400">
                <a:solidFill>
                  <a:schemeClr val="bg1"/>
                </a:solidFill>
              </a:defRPr>
            </a:lvl4pPr>
            <a:lvl5pPr>
              <a:defRPr sz="2400">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2" name="Title 1">
            <a:extLst>
              <a:ext uri="{FF2B5EF4-FFF2-40B4-BE49-F238E27FC236}">
                <a16:creationId xmlns:a16="http://schemas.microsoft.com/office/drawing/2014/main" id="{860521EC-3BCC-46AD-A4CB-4CEC78D8996C}"/>
              </a:ext>
              <a:ext uri="{C183D7F6-B498-43B3-948B-1728B52AA6E4}">
                <adec:decorative xmlns:adec="http://schemas.microsoft.com/office/drawing/2017/decorative" val="1"/>
              </a:ext>
            </a:extLst>
          </p:cNvPr>
          <p:cNvSpPr>
            <a:spLocks noGrp="1"/>
          </p:cNvSpPr>
          <p:nvPr>
            <p:ph type="title"/>
          </p:nvPr>
        </p:nvSpPr>
        <p:spPr>
          <a:xfrm>
            <a:off x="468000" y="360000"/>
            <a:ext cx="11232000" cy="1332000"/>
          </a:xfrm>
          <a:prstGeom prst="rect">
            <a:avLst/>
          </a:prstGeom>
        </p:spPr>
        <p:txBody>
          <a:bodyPr/>
          <a:lstStyle>
            <a:lvl1pPr>
              <a:defRPr>
                <a:solidFill>
                  <a:schemeClr val="bg1"/>
                </a:solidFill>
              </a:defRPr>
            </a:lvl1pPr>
          </a:lstStyle>
          <a:p>
            <a:r>
              <a:rPr lang="en-US"/>
              <a:t>Click to edit Master title style</a:t>
            </a:r>
            <a:endParaRPr lang="en-AU"/>
          </a:p>
        </p:txBody>
      </p:sp>
    </p:spTree>
    <p:custDataLst>
      <p:tags r:id="rId1"/>
    </p:custDataLst>
    <p:extLst>
      <p:ext uri="{BB962C8B-B14F-4D97-AF65-F5344CB8AC3E}">
        <p14:creationId xmlns:p14="http://schemas.microsoft.com/office/powerpoint/2010/main" val="1716345205"/>
      </p:ext>
    </p:extLst>
  </p:cSld>
  <p:clrMapOvr>
    <a:masterClrMapping/>
  </p:clrMapOvr>
  <p:transition spd="med">
    <p:fade/>
  </p:transition>
</p:sldLayout>
</file>

<file path=ppt/slideLayouts/slideLayout32.xml><?xml version="1.0" encoding="utf-8"?>
<p:sldLayout xmlns:a="http://schemas.openxmlformats.org/drawingml/2006/main" xmlns:r="http://schemas.openxmlformats.org/officeDocument/2006/relationships" xmlns:p="http://schemas.openxmlformats.org/presentationml/2006/main" type="obj" preserve="1">
  <p:cSld name="6_bright blue highligh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EB8D0A3-3636-4D52-A40A-89EB4432DC2C}"/>
              </a:ext>
              <a:ext uri="{C183D7F6-B498-43B3-948B-1728B52AA6E4}">
                <adec:decorative xmlns:adec="http://schemas.microsoft.com/office/drawing/2017/decorative" val="1"/>
              </a:ext>
            </a:extLst>
          </p:cNvPr>
          <p:cNvSpPr/>
          <p:nvPr userDrawn="1"/>
        </p:nvSpPr>
        <p:spPr>
          <a:xfrm>
            <a:off x="0" y="0"/>
            <a:ext cx="12192000" cy="6075947"/>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4" name="Slide Number Placeholder 1">
            <a:extLst>
              <a:ext uri="{FF2B5EF4-FFF2-40B4-BE49-F238E27FC236}">
                <a16:creationId xmlns:a16="http://schemas.microsoft.com/office/drawing/2014/main" id="{092487F3-73DA-4656-84F8-1DE5A80C51B7}"/>
              </a:ext>
            </a:extLst>
          </p:cNvPr>
          <p:cNvSpPr>
            <a:spLocks noGrp="1"/>
          </p:cNvSpPr>
          <p:nvPr>
            <p:ph type="sldNum" sz="quarter" idx="4"/>
          </p:nvPr>
        </p:nvSpPr>
        <p:spPr>
          <a:xfrm>
            <a:off x="11188461" y="186179"/>
            <a:ext cx="657044" cy="365125"/>
          </a:xfrm>
          <a:prstGeom prst="rect">
            <a:avLst/>
          </a:prstGeom>
        </p:spPr>
        <p:txBody>
          <a:bodyPr vert="horz" lIns="91440" tIns="45720" rIns="91440" bIns="45720" rtlCol="0" anchor="ctr"/>
          <a:lstStyle>
            <a:lvl1pPr algn="r">
              <a:defRPr sz="1200">
                <a:solidFill>
                  <a:schemeClr val="tx1">
                    <a:lumMod val="75000"/>
                    <a:lumOff val="25000"/>
                  </a:schemeClr>
                </a:solidFill>
              </a:defRPr>
            </a:lvl1pPr>
          </a:lstStyle>
          <a:p>
            <a:fld id="{50DE2101-C65B-4E63-9A0E-F3BD87D4D20C}" type="slidenum">
              <a:rPr lang="en-AU" smtClean="0"/>
              <a:pPr/>
              <a:t>‹#›</a:t>
            </a:fld>
            <a:endParaRPr lang="en-AU"/>
          </a:p>
        </p:txBody>
      </p:sp>
      <p:sp>
        <p:nvSpPr>
          <p:cNvPr id="3" name="Content Placeholder 2">
            <a:extLst>
              <a:ext uri="{FF2B5EF4-FFF2-40B4-BE49-F238E27FC236}">
                <a16:creationId xmlns:a16="http://schemas.microsoft.com/office/drawing/2014/main" id="{FA20A0EA-FE24-441E-B009-2BD5DB9A903A}"/>
              </a:ext>
              <a:ext uri="{C183D7F6-B498-43B3-948B-1728B52AA6E4}">
                <adec:decorative xmlns:adec="http://schemas.microsoft.com/office/drawing/2017/decorative" val="1"/>
              </a:ext>
            </a:extLst>
          </p:cNvPr>
          <p:cNvSpPr>
            <a:spLocks noGrp="1"/>
          </p:cNvSpPr>
          <p:nvPr>
            <p:ph idx="1" hasCustomPrompt="1"/>
          </p:nvPr>
        </p:nvSpPr>
        <p:spPr>
          <a:xfrm>
            <a:off x="468000" y="1800000"/>
            <a:ext cx="11232000" cy="3960000"/>
          </a:xfrm>
          <a:prstGeom prst="rect">
            <a:avLst/>
          </a:prstGeom>
        </p:spPr>
        <p:txBody>
          <a:bodyPr/>
          <a:lstStyle>
            <a:lvl1pPr>
              <a:defRPr sz="2400">
                <a:solidFill>
                  <a:schemeClr val="bg1"/>
                </a:solidFill>
              </a:defRPr>
            </a:lvl1pPr>
            <a:lvl2pPr>
              <a:defRPr sz="2400">
                <a:solidFill>
                  <a:schemeClr val="bg1"/>
                </a:solidFill>
              </a:defRPr>
            </a:lvl2pPr>
            <a:lvl3pPr>
              <a:defRPr sz="2400">
                <a:solidFill>
                  <a:schemeClr val="bg1"/>
                </a:solidFill>
              </a:defRPr>
            </a:lvl3pPr>
            <a:lvl4pPr>
              <a:defRPr sz="2400">
                <a:solidFill>
                  <a:schemeClr val="bg1"/>
                </a:solidFill>
              </a:defRPr>
            </a:lvl4pPr>
            <a:lvl5pPr>
              <a:defRPr sz="2400">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2" name="Title 1">
            <a:extLst>
              <a:ext uri="{FF2B5EF4-FFF2-40B4-BE49-F238E27FC236}">
                <a16:creationId xmlns:a16="http://schemas.microsoft.com/office/drawing/2014/main" id="{860521EC-3BCC-46AD-A4CB-4CEC78D8996C}"/>
              </a:ext>
              <a:ext uri="{C183D7F6-B498-43B3-948B-1728B52AA6E4}">
                <adec:decorative xmlns:adec="http://schemas.microsoft.com/office/drawing/2017/decorative" val="1"/>
              </a:ext>
            </a:extLst>
          </p:cNvPr>
          <p:cNvSpPr>
            <a:spLocks noGrp="1"/>
          </p:cNvSpPr>
          <p:nvPr>
            <p:ph type="title"/>
          </p:nvPr>
        </p:nvSpPr>
        <p:spPr>
          <a:xfrm>
            <a:off x="468000" y="360000"/>
            <a:ext cx="11232000" cy="1332000"/>
          </a:xfrm>
          <a:prstGeom prst="rect">
            <a:avLst/>
          </a:prstGeom>
        </p:spPr>
        <p:txBody>
          <a:bodyPr/>
          <a:lstStyle>
            <a:lvl1pPr>
              <a:defRPr>
                <a:solidFill>
                  <a:schemeClr val="tx2"/>
                </a:solidFill>
              </a:defRPr>
            </a:lvl1pPr>
          </a:lstStyle>
          <a:p>
            <a:r>
              <a:rPr lang="en-US"/>
              <a:t>Click to edit Master title style</a:t>
            </a:r>
            <a:endParaRPr lang="en-AU"/>
          </a:p>
        </p:txBody>
      </p:sp>
    </p:spTree>
    <p:custDataLst>
      <p:tags r:id="rId1"/>
    </p:custDataLst>
    <p:extLst>
      <p:ext uri="{BB962C8B-B14F-4D97-AF65-F5344CB8AC3E}">
        <p14:creationId xmlns:p14="http://schemas.microsoft.com/office/powerpoint/2010/main" val="4076254900"/>
      </p:ext>
    </p:extLst>
  </p:cSld>
  <p:clrMapOvr>
    <a:masterClrMapping/>
  </p:clrMapOvr>
  <p:transition spd="med">
    <p:fade/>
  </p:transition>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7_blank ">
    <p:spTree>
      <p:nvGrpSpPr>
        <p:cNvPr id="1" name=""/>
        <p:cNvGrpSpPr/>
        <p:nvPr/>
      </p:nvGrpSpPr>
      <p:grpSpPr>
        <a:xfrm>
          <a:off x="0" y="0"/>
          <a:ext cx="0" cy="0"/>
          <a:chOff x="0" y="0"/>
          <a:chExt cx="0" cy="0"/>
        </a:xfrm>
      </p:grpSpPr>
      <p:sp>
        <p:nvSpPr>
          <p:cNvPr id="3" name="Slide Number Placeholder 1">
            <a:extLst>
              <a:ext uri="{FF2B5EF4-FFF2-40B4-BE49-F238E27FC236}">
                <a16:creationId xmlns:a16="http://schemas.microsoft.com/office/drawing/2014/main" id="{00BC167D-F647-4BE2-BBA9-8ADE0451500E}"/>
              </a:ext>
            </a:extLst>
          </p:cNvPr>
          <p:cNvSpPr>
            <a:spLocks noGrp="1"/>
          </p:cNvSpPr>
          <p:nvPr>
            <p:ph type="sldNum" sz="quarter" idx="4"/>
          </p:nvPr>
        </p:nvSpPr>
        <p:spPr>
          <a:xfrm>
            <a:off x="11188461" y="186179"/>
            <a:ext cx="657044" cy="365125"/>
          </a:xfrm>
          <a:prstGeom prst="rect">
            <a:avLst/>
          </a:prstGeom>
        </p:spPr>
        <p:txBody>
          <a:bodyPr vert="horz" lIns="91440" tIns="45720" rIns="91440" bIns="45720" rtlCol="0" anchor="ctr"/>
          <a:lstStyle>
            <a:lvl1pPr algn="r">
              <a:defRPr sz="1200">
                <a:solidFill>
                  <a:schemeClr val="tx1">
                    <a:lumMod val="75000"/>
                    <a:lumOff val="25000"/>
                  </a:schemeClr>
                </a:solidFill>
              </a:defRPr>
            </a:lvl1pPr>
          </a:lstStyle>
          <a:p>
            <a:fld id="{50DE2101-C65B-4E63-9A0E-F3BD87D4D20C}" type="slidenum">
              <a:rPr lang="en-AU" smtClean="0"/>
              <a:pPr/>
              <a:t>‹#›</a:t>
            </a:fld>
            <a:endParaRPr lang="en-AU"/>
          </a:p>
        </p:txBody>
      </p:sp>
    </p:spTree>
    <p:extLst>
      <p:ext uri="{BB962C8B-B14F-4D97-AF65-F5344CB8AC3E}">
        <p14:creationId xmlns:p14="http://schemas.microsoft.com/office/powerpoint/2010/main" val="1847030621"/>
      </p:ext>
    </p:extLst>
  </p:cSld>
  <p:clrMapOvr>
    <a:masterClrMapping/>
  </p:clrMapOvr>
  <p:transition spd="med">
    <p:fade/>
  </p:transition>
  <p:extLst>
    <p:ext uri="{DCECCB84-F9BA-43D5-87BE-67443E8EF086}">
      <p15:sldGuideLst xmlns:p15="http://schemas.microsoft.com/office/powerpoint/2012/main">
        <p15:guide id="1" orient="horz" pos="2160">
          <p15:clr>
            <a:srgbClr val="FBAE4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8_Chapter Page_A">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FCD9C7A-FB4B-4C32-BB94-381D14AD3156}"/>
              </a:ext>
              <a:ext uri="{C183D7F6-B498-43B3-948B-1728B52AA6E4}">
                <adec:decorative xmlns:adec="http://schemas.microsoft.com/office/drawing/2017/decorative" val="1"/>
              </a:ext>
            </a:extLst>
          </p:cNvPr>
          <p:cNvSpPr/>
          <p:nvPr userDrawn="1"/>
        </p:nvSpPr>
        <p:spPr>
          <a:xfrm>
            <a:off x="0" y="0"/>
            <a:ext cx="12192000" cy="6858000"/>
          </a:xfrm>
          <a:prstGeom prst="rect">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 name="Text Placeholder 7">
            <a:extLst>
              <a:ext uri="{FF2B5EF4-FFF2-40B4-BE49-F238E27FC236}">
                <a16:creationId xmlns:a16="http://schemas.microsoft.com/office/drawing/2014/main" id="{EFD7735A-B7DA-4E07-A843-5FC5BA79AD50}"/>
              </a:ext>
              <a:ext uri="{C183D7F6-B498-43B3-948B-1728B52AA6E4}">
                <adec:decorative xmlns:adec="http://schemas.microsoft.com/office/drawing/2017/decorative" val="1"/>
              </a:ext>
            </a:extLst>
          </p:cNvPr>
          <p:cNvSpPr>
            <a:spLocks noGrp="1"/>
          </p:cNvSpPr>
          <p:nvPr>
            <p:ph type="body" sz="quarter" idx="10" hasCustomPrompt="1"/>
          </p:nvPr>
        </p:nvSpPr>
        <p:spPr>
          <a:xfrm>
            <a:off x="790947" y="4396382"/>
            <a:ext cx="7380287" cy="933450"/>
          </a:xfrm>
        </p:spPr>
        <p:txBody>
          <a:bodyPr/>
          <a:lstStyle>
            <a:lvl1pPr algn="l">
              <a:buNone/>
              <a:defRPr sz="1800">
                <a:solidFill>
                  <a:schemeClr val="tx2"/>
                </a:solidFill>
                <a:latin typeface="+mn-lt"/>
              </a:defRPr>
            </a:lvl1pPr>
            <a:lvl2pPr>
              <a:buNone/>
              <a:defRPr sz="1800">
                <a:solidFill>
                  <a:schemeClr val="bg1"/>
                </a:solidFill>
                <a:latin typeface="+mn-lt"/>
              </a:defRPr>
            </a:lvl2pPr>
            <a:lvl3pPr>
              <a:buNone/>
              <a:defRPr sz="1800">
                <a:solidFill>
                  <a:schemeClr val="bg1"/>
                </a:solidFill>
                <a:latin typeface="+mn-lt"/>
              </a:defRPr>
            </a:lvl3pPr>
            <a:lvl4pPr>
              <a:buNone/>
              <a:defRPr sz="1800">
                <a:solidFill>
                  <a:schemeClr val="bg1"/>
                </a:solidFill>
                <a:latin typeface="+mn-lt"/>
              </a:defRPr>
            </a:lvl4pPr>
            <a:lvl5pPr>
              <a:buNone/>
              <a:defRPr sz="1800">
                <a:solidFill>
                  <a:schemeClr val="bg1"/>
                </a:solidFill>
                <a:latin typeface="+mn-lt"/>
              </a:defRPr>
            </a:lvl5pPr>
          </a:lstStyle>
          <a:p>
            <a:pPr lvl="0"/>
            <a:r>
              <a:rPr lang="en-US"/>
              <a:t>Click to edit: Add your </a:t>
            </a:r>
            <a:r>
              <a:rPr lang="en-AU"/>
              <a:t>chapter description here</a:t>
            </a:r>
            <a:endParaRPr lang="en-US"/>
          </a:p>
        </p:txBody>
      </p:sp>
      <p:sp>
        <p:nvSpPr>
          <p:cNvPr id="7" name="Title 1">
            <a:extLst>
              <a:ext uri="{FF2B5EF4-FFF2-40B4-BE49-F238E27FC236}">
                <a16:creationId xmlns:a16="http://schemas.microsoft.com/office/drawing/2014/main" id="{E252BC87-340E-4AA0-A72B-58BB011DA75B}"/>
              </a:ext>
              <a:ext uri="{C183D7F6-B498-43B3-948B-1728B52AA6E4}">
                <adec:decorative xmlns:adec="http://schemas.microsoft.com/office/drawing/2017/decorative" val="1"/>
              </a:ext>
            </a:extLst>
          </p:cNvPr>
          <p:cNvSpPr>
            <a:spLocks noGrp="1"/>
          </p:cNvSpPr>
          <p:nvPr>
            <p:ph type="ctrTitle" hasCustomPrompt="1"/>
          </p:nvPr>
        </p:nvSpPr>
        <p:spPr>
          <a:xfrm>
            <a:off x="790864" y="2562385"/>
            <a:ext cx="7380370" cy="1833997"/>
          </a:xfrm>
        </p:spPr>
        <p:txBody>
          <a:bodyPr anchor="ctr">
            <a:normAutofit/>
          </a:bodyPr>
          <a:lstStyle>
            <a:lvl1pPr algn="l">
              <a:defRPr sz="5400" b="1">
                <a:solidFill>
                  <a:schemeClr val="tx2"/>
                </a:solidFill>
              </a:defRPr>
            </a:lvl1pPr>
          </a:lstStyle>
          <a:p>
            <a:r>
              <a:rPr lang="en-US"/>
              <a:t>Click to edit: Chapter Title</a:t>
            </a:r>
            <a:endParaRPr lang="en-AU"/>
          </a:p>
        </p:txBody>
      </p:sp>
    </p:spTree>
    <p:extLst>
      <p:ext uri="{BB962C8B-B14F-4D97-AF65-F5344CB8AC3E}">
        <p14:creationId xmlns:p14="http://schemas.microsoft.com/office/powerpoint/2010/main" val="4126309250"/>
      </p:ext>
    </p:extLst>
  </p:cSld>
  <p:clrMapOvr>
    <a:masterClrMapping/>
  </p:clrMapOvr>
  <p:transition spd="med">
    <p:fade/>
  </p:transition>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9_Chapter Page_B">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FCD9C7A-FB4B-4C32-BB94-381D14AD3156}"/>
              </a:ext>
              <a:ext uri="{C183D7F6-B498-43B3-948B-1728B52AA6E4}">
                <adec:decorative xmlns:adec="http://schemas.microsoft.com/office/drawing/2017/decorative" val="1"/>
              </a:ext>
            </a:extLst>
          </p:cNvPr>
          <p:cNvSpPr/>
          <p:nvPr userDrawn="1"/>
        </p:nvSpPr>
        <p:spPr>
          <a:xfrm>
            <a:off x="0" y="0"/>
            <a:ext cx="121920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 name="Text Placeholder 7">
            <a:extLst>
              <a:ext uri="{FF2B5EF4-FFF2-40B4-BE49-F238E27FC236}">
                <a16:creationId xmlns:a16="http://schemas.microsoft.com/office/drawing/2014/main" id="{EFD7735A-B7DA-4E07-A843-5FC5BA79AD50}"/>
              </a:ext>
              <a:ext uri="{C183D7F6-B498-43B3-948B-1728B52AA6E4}">
                <adec:decorative xmlns:adec="http://schemas.microsoft.com/office/drawing/2017/decorative" val="1"/>
              </a:ext>
            </a:extLst>
          </p:cNvPr>
          <p:cNvSpPr>
            <a:spLocks noGrp="1"/>
          </p:cNvSpPr>
          <p:nvPr>
            <p:ph type="body" sz="quarter" idx="10" hasCustomPrompt="1"/>
          </p:nvPr>
        </p:nvSpPr>
        <p:spPr>
          <a:xfrm>
            <a:off x="790947" y="4396382"/>
            <a:ext cx="7380287" cy="933450"/>
          </a:xfrm>
        </p:spPr>
        <p:txBody>
          <a:bodyPr/>
          <a:lstStyle>
            <a:lvl1pPr algn="l">
              <a:buNone/>
              <a:defRPr sz="1800">
                <a:solidFill>
                  <a:schemeClr val="bg1"/>
                </a:solidFill>
                <a:latin typeface="+mn-lt"/>
              </a:defRPr>
            </a:lvl1pPr>
            <a:lvl2pPr>
              <a:buNone/>
              <a:defRPr sz="1800">
                <a:solidFill>
                  <a:schemeClr val="bg1"/>
                </a:solidFill>
                <a:latin typeface="+mn-lt"/>
              </a:defRPr>
            </a:lvl2pPr>
            <a:lvl3pPr>
              <a:buNone/>
              <a:defRPr sz="1800">
                <a:solidFill>
                  <a:schemeClr val="bg1"/>
                </a:solidFill>
                <a:latin typeface="+mn-lt"/>
              </a:defRPr>
            </a:lvl3pPr>
            <a:lvl4pPr>
              <a:buNone/>
              <a:defRPr sz="1800">
                <a:solidFill>
                  <a:schemeClr val="bg1"/>
                </a:solidFill>
                <a:latin typeface="+mn-lt"/>
              </a:defRPr>
            </a:lvl4pPr>
            <a:lvl5pPr>
              <a:buNone/>
              <a:defRPr sz="1800">
                <a:solidFill>
                  <a:schemeClr val="bg1"/>
                </a:solidFill>
                <a:latin typeface="+mn-lt"/>
              </a:defRPr>
            </a:lvl5pPr>
          </a:lstStyle>
          <a:p>
            <a:pPr lvl="0"/>
            <a:r>
              <a:rPr lang="en-US"/>
              <a:t>Click to edit: Add your </a:t>
            </a:r>
            <a:r>
              <a:rPr lang="en-AU"/>
              <a:t>chapter description here</a:t>
            </a:r>
            <a:endParaRPr lang="en-US"/>
          </a:p>
        </p:txBody>
      </p:sp>
      <p:sp>
        <p:nvSpPr>
          <p:cNvPr id="7" name="Title 1">
            <a:extLst>
              <a:ext uri="{FF2B5EF4-FFF2-40B4-BE49-F238E27FC236}">
                <a16:creationId xmlns:a16="http://schemas.microsoft.com/office/drawing/2014/main" id="{E252BC87-340E-4AA0-A72B-58BB011DA75B}"/>
              </a:ext>
              <a:ext uri="{C183D7F6-B498-43B3-948B-1728B52AA6E4}">
                <adec:decorative xmlns:adec="http://schemas.microsoft.com/office/drawing/2017/decorative" val="1"/>
              </a:ext>
            </a:extLst>
          </p:cNvPr>
          <p:cNvSpPr>
            <a:spLocks noGrp="1"/>
          </p:cNvSpPr>
          <p:nvPr>
            <p:ph type="ctrTitle" hasCustomPrompt="1"/>
          </p:nvPr>
        </p:nvSpPr>
        <p:spPr>
          <a:xfrm>
            <a:off x="790864" y="2562385"/>
            <a:ext cx="7380370" cy="1833997"/>
          </a:xfrm>
        </p:spPr>
        <p:txBody>
          <a:bodyPr anchor="ctr">
            <a:normAutofit/>
          </a:bodyPr>
          <a:lstStyle>
            <a:lvl1pPr algn="l">
              <a:defRPr sz="5400" b="1">
                <a:solidFill>
                  <a:schemeClr val="bg1"/>
                </a:solidFill>
              </a:defRPr>
            </a:lvl1pPr>
          </a:lstStyle>
          <a:p>
            <a:r>
              <a:rPr lang="en-US"/>
              <a:t>Click to edit: Chapter Title</a:t>
            </a:r>
            <a:endParaRPr lang="en-AU"/>
          </a:p>
        </p:txBody>
      </p:sp>
    </p:spTree>
    <p:custDataLst>
      <p:tags r:id="rId1"/>
    </p:custDataLst>
    <p:extLst>
      <p:ext uri="{BB962C8B-B14F-4D97-AF65-F5344CB8AC3E}">
        <p14:creationId xmlns:p14="http://schemas.microsoft.com/office/powerpoint/2010/main" val="3945539192"/>
      </p:ext>
    </p:extLst>
  </p:cSld>
  <p:clrMapOvr>
    <a:masterClrMapping/>
  </p:clrMapOvr>
  <p:transition spd="med">
    <p:fade/>
  </p:transition>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10_Chapter Page_C">
    <p:spTree>
      <p:nvGrpSpPr>
        <p:cNvPr id="1" name=""/>
        <p:cNvGrpSpPr/>
        <p:nvPr/>
      </p:nvGrpSpPr>
      <p:grpSpPr>
        <a:xfrm>
          <a:off x="0" y="0"/>
          <a:ext cx="0" cy="0"/>
          <a:chOff x="0" y="0"/>
          <a:chExt cx="0" cy="0"/>
        </a:xfrm>
      </p:grpSpPr>
      <p:sp>
        <p:nvSpPr>
          <p:cNvPr id="10" name="Text Placeholder 7">
            <a:extLst>
              <a:ext uri="{FF2B5EF4-FFF2-40B4-BE49-F238E27FC236}">
                <a16:creationId xmlns:a16="http://schemas.microsoft.com/office/drawing/2014/main" id="{EFD7735A-B7DA-4E07-A843-5FC5BA79AD50}"/>
              </a:ext>
              <a:ext uri="{C183D7F6-B498-43B3-948B-1728B52AA6E4}">
                <adec:decorative xmlns:adec="http://schemas.microsoft.com/office/drawing/2017/decorative" val="1"/>
              </a:ext>
            </a:extLst>
          </p:cNvPr>
          <p:cNvSpPr>
            <a:spLocks noGrp="1"/>
          </p:cNvSpPr>
          <p:nvPr>
            <p:ph type="body" sz="quarter" idx="10" hasCustomPrompt="1"/>
          </p:nvPr>
        </p:nvSpPr>
        <p:spPr>
          <a:xfrm>
            <a:off x="790947" y="4396382"/>
            <a:ext cx="7380287" cy="933450"/>
          </a:xfrm>
        </p:spPr>
        <p:txBody>
          <a:bodyPr/>
          <a:lstStyle>
            <a:lvl1pPr algn="l">
              <a:buNone/>
              <a:defRPr sz="1800">
                <a:solidFill>
                  <a:schemeClr val="tx2"/>
                </a:solidFill>
                <a:latin typeface="+mn-lt"/>
              </a:defRPr>
            </a:lvl1pPr>
            <a:lvl2pPr>
              <a:buNone/>
              <a:defRPr sz="1800">
                <a:solidFill>
                  <a:schemeClr val="bg1"/>
                </a:solidFill>
                <a:latin typeface="+mn-lt"/>
              </a:defRPr>
            </a:lvl2pPr>
            <a:lvl3pPr>
              <a:buNone/>
              <a:defRPr sz="1800">
                <a:solidFill>
                  <a:schemeClr val="bg1"/>
                </a:solidFill>
                <a:latin typeface="+mn-lt"/>
              </a:defRPr>
            </a:lvl3pPr>
            <a:lvl4pPr>
              <a:buNone/>
              <a:defRPr sz="1800">
                <a:solidFill>
                  <a:schemeClr val="bg1"/>
                </a:solidFill>
                <a:latin typeface="+mn-lt"/>
              </a:defRPr>
            </a:lvl4pPr>
            <a:lvl5pPr>
              <a:buNone/>
              <a:defRPr sz="1800">
                <a:solidFill>
                  <a:schemeClr val="bg1"/>
                </a:solidFill>
                <a:latin typeface="+mn-lt"/>
              </a:defRPr>
            </a:lvl5pPr>
          </a:lstStyle>
          <a:p>
            <a:pPr lvl="0"/>
            <a:r>
              <a:rPr lang="en-US"/>
              <a:t>Click to edit: Add your </a:t>
            </a:r>
            <a:r>
              <a:rPr lang="en-AU"/>
              <a:t>chapter description here</a:t>
            </a:r>
            <a:endParaRPr lang="en-US"/>
          </a:p>
        </p:txBody>
      </p:sp>
      <p:sp>
        <p:nvSpPr>
          <p:cNvPr id="7" name="Title 1">
            <a:extLst>
              <a:ext uri="{FF2B5EF4-FFF2-40B4-BE49-F238E27FC236}">
                <a16:creationId xmlns:a16="http://schemas.microsoft.com/office/drawing/2014/main" id="{E252BC87-340E-4AA0-A72B-58BB011DA75B}"/>
              </a:ext>
              <a:ext uri="{C183D7F6-B498-43B3-948B-1728B52AA6E4}">
                <adec:decorative xmlns:adec="http://schemas.microsoft.com/office/drawing/2017/decorative" val="1"/>
              </a:ext>
            </a:extLst>
          </p:cNvPr>
          <p:cNvSpPr>
            <a:spLocks noGrp="1"/>
          </p:cNvSpPr>
          <p:nvPr>
            <p:ph type="ctrTitle" hasCustomPrompt="1"/>
          </p:nvPr>
        </p:nvSpPr>
        <p:spPr>
          <a:xfrm>
            <a:off x="790864" y="2562385"/>
            <a:ext cx="7380370" cy="1833997"/>
          </a:xfrm>
        </p:spPr>
        <p:txBody>
          <a:bodyPr anchor="ctr">
            <a:normAutofit/>
          </a:bodyPr>
          <a:lstStyle>
            <a:lvl1pPr algn="l">
              <a:defRPr sz="5400" b="1">
                <a:solidFill>
                  <a:schemeClr val="tx2"/>
                </a:solidFill>
              </a:defRPr>
            </a:lvl1pPr>
          </a:lstStyle>
          <a:p>
            <a:r>
              <a:rPr lang="en-US"/>
              <a:t>Click to edit: Chapter Title</a:t>
            </a:r>
            <a:endParaRPr lang="en-AU"/>
          </a:p>
        </p:txBody>
      </p:sp>
    </p:spTree>
    <p:custDataLst>
      <p:tags r:id="rId1"/>
    </p:custDataLst>
    <p:extLst>
      <p:ext uri="{BB962C8B-B14F-4D97-AF65-F5344CB8AC3E}">
        <p14:creationId xmlns:p14="http://schemas.microsoft.com/office/powerpoint/2010/main" val="606482378"/>
      </p:ext>
    </p:extLst>
  </p:cSld>
  <p:clrMapOvr>
    <a:masterClrMapping/>
  </p:clrMapOvr>
  <p:transition spd="med">
    <p:fade/>
  </p:transition>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81D224-A8F4-D0F7-75DA-8C645F93CBF5}"/>
              </a:ext>
            </a:extLst>
          </p:cNvPr>
          <p:cNvSpPr>
            <a:spLocks noGrp="1"/>
          </p:cNvSpPr>
          <p:nvPr>
            <p:ph type="title"/>
          </p:nvPr>
        </p:nvSpPr>
        <p:spPr/>
        <p:txBody>
          <a:bodyPr/>
          <a:lstStyle/>
          <a:p>
            <a:r>
              <a:rPr lang="en-US"/>
              <a:t>Click to edit Master title style</a:t>
            </a:r>
            <a:endParaRPr lang="en-AU"/>
          </a:p>
        </p:txBody>
      </p:sp>
    </p:spTree>
    <p:custDataLst>
      <p:tags r:id="rId1"/>
    </p:custDataLst>
    <p:extLst>
      <p:ext uri="{BB962C8B-B14F-4D97-AF65-F5344CB8AC3E}">
        <p14:creationId xmlns:p14="http://schemas.microsoft.com/office/powerpoint/2010/main" val="3100678731"/>
      </p:ext>
    </p:extLst>
  </p:cSld>
  <p:clrMapOvr>
    <a:masterClrMapping/>
  </p:clrMapOvr>
  <p:transition spd="med">
    <p:fade/>
  </p:transition>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10_Chapter Page_B">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FCD9C7A-FB4B-4C32-BB94-381D14AD3156}"/>
              </a:ext>
              <a:ext uri="{C183D7F6-B498-43B3-948B-1728B52AA6E4}">
                <adec:decorative xmlns:adec="http://schemas.microsoft.com/office/drawing/2017/decorative" val="1"/>
              </a:ext>
            </a:extLst>
          </p:cNvPr>
          <p:cNvSpPr/>
          <p:nvPr userDrawn="1"/>
        </p:nvSpPr>
        <p:spPr>
          <a:xfrm>
            <a:off x="0" y="0"/>
            <a:ext cx="121920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 name="Text Placeholder 7">
            <a:extLst>
              <a:ext uri="{FF2B5EF4-FFF2-40B4-BE49-F238E27FC236}">
                <a16:creationId xmlns:a16="http://schemas.microsoft.com/office/drawing/2014/main" id="{EFD7735A-B7DA-4E07-A843-5FC5BA79AD50}"/>
              </a:ext>
              <a:ext uri="{C183D7F6-B498-43B3-948B-1728B52AA6E4}">
                <adec:decorative xmlns:adec="http://schemas.microsoft.com/office/drawing/2017/decorative" val="1"/>
              </a:ext>
            </a:extLst>
          </p:cNvPr>
          <p:cNvSpPr>
            <a:spLocks noGrp="1"/>
          </p:cNvSpPr>
          <p:nvPr>
            <p:ph type="body" sz="quarter" idx="10" hasCustomPrompt="1"/>
          </p:nvPr>
        </p:nvSpPr>
        <p:spPr>
          <a:xfrm>
            <a:off x="790947" y="4396382"/>
            <a:ext cx="7380287" cy="933450"/>
          </a:xfrm>
        </p:spPr>
        <p:txBody>
          <a:bodyPr/>
          <a:lstStyle>
            <a:lvl1pPr algn="l">
              <a:buNone/>
              <a:defRPr sz="1800">
                <a:solidFill>
                  <a:schemeClr val="bg1"/>
                </a:solidFill>
                <a:latin typeface="+mn-lt"/>
              </a:defRPr>
            </a:lvl1pPr>
            <a:lvl2pPr>
              <a:buNone/>
              <a:defRPr sz="1800">
                <a:solidFill>
                  <a:schemeClr val="bg1"/>
                </a:solidFill>
                <a:latin typeface="+mn-lt"/>
              </a:defRPr>
            </a:lvl2pPr>
            <a:lvl3pPr>
              <a:buNone/>
              <a:defRPr sz="1800">
                <a:solidFill>
                  <a:schemeClr val="bg1"/>
                </a:solidFill>
                <a:latin typeface="+mn-lt"/>
              </a:defRPr>
            </a:lvl3pPr>
            <a:lvl4pPr>
              <a:buNone/>
              <a:defRPr sz="1800">
                <a:solidFill>
                  <a:schemeClr val="bg1"/>
                </a:solidFill>
                <a:latin typeface="+mn-lt"/>
              </a:defRPr>
            </a:lvl4pPr>
            <a:lvl5pPr>
              <a:buNone/>
              <a:defRPr sz="1800">
                <a:solidFill>
                  <a:schemeClr val="bg1"/>
                </a:solidFill>
                <a:latin typeface="+mn-lt"/>
              </a:defRPr>
            </a:lvl5pPr>
          </a:lstStyle>
          <a:p>
            <a:pPr lvl="0"/>
            <a:r>
              <a:rPr lang="en-US"/>
              <a:t>Click to edit: Add your </a:t>
            </a:r>
            <a:r>
              <a:rPr lang="en-AU"/>
              <a:t>chapter description here</a:t>
            </a:r>
            <a:endParaRPr lang="en-US"/>
          </a:p>
        </p:txBody>
      </p:sp>
      <p:sp>
        <p:nvSpPr>
          <p:cNvPr id="7" name="Title 1">
            <a:extLst>
              <a:ext uri="{FF2B5EF4-FFF2-40B4-BE49-F238E27FC236}">
                <a16:creationId xmlns:a16="http://schemas.microsoft.com/office/drawing/2014/main" id="{E252BC87-340E-4AA0-A72B-58BB011DA75B}"/>
              </a:ext>
              <a:ext uri="{C183D7F6-B498-43B3-948B-1728B52AA6E4}">
                <adec:decorative xmlns:adec="http://schemas.microsoft.com/office/drawing/2017/decorative" val="1"/>
              </a:ext>
            </a:extLst>
          </p:cNvPr>
          <p:cNvSpPr>
            <a:spLocks noGrp="1"/>
          </p:cNvSpPr>
          <p:nvPr>
            <p:ph type="ctrTitle" hasCustomPrompt="1"/>
          </p:nvPr>
        </p:nvSpPr>
        <p:spPr>
          <a:xfrm>
            <a:off x="790864" y="2562385"/>
            <a:ext cx="7380370" cy="1833997"/>
          </a:xfrm>
        </p:spPr>
        <p:txBody>
          <a:bodyPr anchor="ctr">
            <a:normAutofit/>
          </a:bodyPr>
          <a:lstStyle>
            <a:lvl1pPr algn="l">
              <a:defRPr sz="5400" b="1">
                <a:solidFill>
                  <a:schemeClr val="bg1"/>
                </a:solidFill>
              </a:defRPr>
            </a:lvl1pPr>
          </a:lstStyle>
          <a:p>
            <a:r>
              <a:rPr lang="en-US"/>
              <a:t>Click to edit: Chapter Title</a:t>
            </a:r>
            <a:endParaRPr lang="en-AU"/>
          </a:p>
        </p:txBody>
      </p:sp>
    </p:spTree>
    <p:extLst>
      <p:ext uri="{BB962C8B-B14F-4D97-AF65-F5344CB8AC3E}">
        <p14:creationId xmlns:p14="http://schemas.microsoft.com/office/powerpoint/2010/main" val="570113276"/>
      </p:ext>
    </p:extLst>
  </p:cSld>
  <p:clrMapOvr>
    <a:masterClrMapping/>
  </p:clrMapOvr>
  <p:transition spd="med">
    <p:fade/>
  </p:transition>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2_Title Slide 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FCD9C7A-FB4B-4C32-BB94-381D14AD3156}"/>
              </a:ext>
              <a:ext uri="{C183D7F6-B498-43B3-948B-1728B52AA6E4}">
                <adec:decorative xmlns:adec="http://schemas.microsoft.com/office/drawing/2017/decorative" val="1"/>
              </a:ext>
            </a:extLst>
          </p:cNvPr>
          <p:cNvSpPr/>
          <p:nvPr userDrawn="1"/>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 name="Text Placeholder 7">
            <a:extLst>
              <a:ext uri="{FF2B5EF4-FFF2-40B4-BE49-F238E27FC236}">
                <a16:creationId xmlns:a16="http://schemas.microsoft.com/office/drawing/2014/main" id="{EFD7735A-B7DA-4E07-A843-5FC5BA79AD50}"/>
              </a:ext>
              <a:ext uri="{C183D7F6-B498-43B3-948B-1728B52AA6E4}">
                <adec:decorative xmlns:adec="http://schemas.microsoft.com/office/drawing/2017/decorative" val="1"/>
              </a:ext>
            </a:extLst>
          </p:cNvPr>
          <p:cNvSpPr>
            <a:spLocks noGrp="1"/>
          </p:cNvSpPr>
          <p:nvPr>
            <p:ph type="body" sz="quarter" idx="10" hasCustomPrompt="1"/>
          </p:nvPr>
        </p:nvSpPr>
        <p:spPr>
          <a:xfrm>
            <a:off x="790864" y="4843624"/>
            <a:ext cx="7380287" cy="933450"/>
          </a:xfrm>
        </p:spPr>
        <p:txBody>
          <a:bodyPr/>
          <a:lstStyle>
            <a:lvl1pPr algn="l">
              <a:buNone/>
              <a:defRPr sz="1800">
                <a:solidFill>
                  <a:schemeClr val="tx2"/>
                </a:solidFill>
                <a:latin typeface="+mn-lt"/>
              </a:defRPr>
            </a:lvl1pPr>
            <a:lvl2pPr>
              <a:buNone/>
              <a:defRPr sz="1800">
                <a:solidFill>
                  <a:schemeClr val="bg1"/>
                </a:solidFill>
                <a:latin typeface="+mn-lt"/>
              </a:defRPr>
            </a:lvl2pPr>
            <a:lvl3pPr>
              <a:buNone/>
              <a:defRPr sz="1800">
                <a:solidFill>
                  <a:schemeClr val="bg1"/>
                </a:solidFill>
                <a:latin typeface="+mn-lt"/>
              </a:defRPr>
            </a:lvl3pPr>
            <a:lvl4pPr>
              <a:buNone/>
              <a:defRPr sz="1800">
                <a:solidFill>
                  <a:schemeClr val="bg1"/>
                </a:solidFill>
                <a:latin typeface="+mn-lt"/>
              </a:defRPr>
            </a:lvl4pPr>
            <a:lvl5pPr>
              <a:buNone/>
              <a:defRPr sz="1800">
                <a:solidFill>
                  <a:schemeClr val="bg1"/>
                </a:solidFill>
                <a:latin typeface="+mn-lt"/>
              </a:defRPr>
            </a:lvl5pPr>
          </a:lstStyle>
          <a:p>
            <a:pPr lvl="0"/>
            <a:r>
              <a:rPr lang="en-US"/>
              <a:t>Click to edit: Add your </a:t>
            </a:r>
            <a:r>
              <a:rPr lang="en-AU"/>
              <a:t>department, faculty or division name here</a:t>
            </a:r>
            <a:endParaRPr lang="en-US"/>
          </a:p>
        </p:txBody>
      </p:sp>
      <p:sp>
        <p:nvSpPr>
          <p:cNvPr id="9" name="Subtitle 2">
            <a:extLst>
              <a:ext uri="{FF2B5EF4-FFF2-40B4-BE49-F238E27FC236}">
                <a16:creationId xmlns:a16="http://schemas.microsoft.com/office/drawing/2014/main" id="{D3648EB6-3C0F-47AC-998B-1F86FA64CEED}"/>
              </a:ext>
              <a:ext uri="{C183D7F6-B498-43B3-948B-1728B52AA6E4}">
                <adec:decorative xmlns:adec="http://schemas.microsoft.com/office/drawing/2017/decorative" val="1"/>
              </a:ext>
            </a:extLst>
          </p:cNvPr>
          <p:cNvSpPr>
            <a:spLocks noGrp="1"/>
          </p:cNvSpPr>
          <p:nvPr>
            <p:ph type="subTitle" idx="1" hasCustomPrompt="1"/>
          </p:nvPr>
        </p:nvSpPr>
        <p:spPr>
          <a:xfrm>
            <a:off x="790864" y="4478270"/>
            <a:ext cx="7380370" cy="392650"/>
          </a:xfrm>
        </p:spPr>
        <p:txBody>
          <a:bodyPr>
            <a:normAutofit/>
          </a:bodyPr>
          <a:lstStyle>
            <a:lvl1pPr marL="0" indent="0" algn="l">
              <a:buNone/>
              <a:defRPr sz="2000" b="1">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Add your team or unit name here</a:t>
            </a:r>
            <a:endParaRPr lang="en-AU"/>
          </a:p>
        </p:txBody>
      </p:sp>
      <p:sp>
        <p:nvSpPr>
          <p:cNvPr id="7" name="Title 1">
            <a:extLst>
              <a:ext uri="{FF2B5EF4-FFF2-40B4-BE49-F238E27FC236}">
                <a16:creationId xmlns:a16="http://schemas.microsoft.com/office/drawing/2014/main" id="{E252BC87-340E-4AA0-A72B-58BB011DA75B}"/>
              </a:ext>
              <a:ext uri="{C183D7F6-B498-43B3-948B-1728B52AA6E4}">
                <adec:decorative xmlns:adec="http://schemas.microsoft.com/office/drawing/2017/decorative" val="1"/>
              </a:ext>
            </a:extLst>
          </p:cNvPr>
          <p:cNvSpPr>
            <a:spLocks noGrp="1"/>
          </p:cNvSpPr>
          <p:nvPr>
            <p:ph type="ctrTitle" hasCustomPrompt="1"/>
          </p:nvPr>
        </p:nvSpPr>
        <p:spPr>
          <a:xfrm>
            <a:off x="790864" y="2562385"/>
            <a:ext cx="7380370" cy="1833997"/>
          </a:xfrm>
        </p:spPr>
        <p:txBody>
          <a:bodyPr anchor="ctr">
            <a:normAutofit/>
          </a:bodyPr>
          <a:lstStyle>
            <a:lvl1pPr algn="l">
              <a:defRPr sz="5400" b="1">
                <a:solidFill>
                  <a:schemeClr val="tx2"/>
                </a:solidFill>
              </a:defRPr>
            </a:lvl1pPr>
          </a:lstStyle>
          <a:p>
            <a:r>
              <a:rPr lang="en-US"/>
              <a:t>Click to edit: Presentation Title</a:t>
            </a:r>
            <a:endParaRPr lang="en-AU"/>
          </a:p>
        </p:txBody>
      </p:sp>
      <p:pic>
        <p:nvPicPr>
          <p:cNvPr id="12" name="Picture 11" descr="Logo - Queensland University of Technology">
            <a:extLst>
              <a:ext uri="{FF2B5EF4-FFF2-40B4-BE49-F238E27FC236}">
                <a16:creationId xmlns:a16="http://schemas.microsoft.com/office/drawing/2014/main" id="{C35C2B97-D26F-4371-845A-ED049B3F1562}"/>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9766469" y="503285"/>
            <a:ext cx="1655763" cy="1655763"/>
          </a:xfrm>
          <a:prstGeom prst="rect">
            <a:avLst/>
          </a:prstGeom>
        </p:spPr>
      </p:pic>
    </p:spTree>
    <p:extLst>
      <p:ext uri="{BB962C8B-B14F-4D97-AF65-F5344CB8AC3E}">
        <p14:creationId xmlns:p14="http://schemas.microsoft.com/office/powerpoint/2010/main" val="892546970"/>
      </p:ext>
    </p:extLst>
  </p:cSld>
  <p:clrMapOvr>
    <a:masterClrMapping/>
  </p:clrMapOvr>
  <p:transition spd="med">
    <p:fade/>
  </p:transition>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1_Acknowledgement of Traditional Owners">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69B65F8-F29C-4687-97B1-132017B0CADF}"/>
              </a:ext>
              <a:ext uri="{C183D7F6-B498-43B3-948B-1728B52AA6E4}">
                <adec:decorative xmlns:adec="http://schemas.microsoft.com/office/drawing/2017/decorative" val="1"/>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0" y="0"/>
            <a:ext cx="12192000" cy="6087980"/>
          </a:xfrm>
          <a:prstGeom prst="rect">
            <a:avLst/>
          </a:prstGeom>
        </p:spPr>
      </p:pic>
      <p:sp>
        <p:nvSpPr>
          <p:cNvPr id="10" name="TextBox 9">
            <a:extLst>
              <a:ext uri="{FF2B5EF4-FFF2-40B4-BE49-F238E27FC236}">
                <a16:creationId xmlns:a16="http://schemas.microsoft.com/office/drawing/2014/main" id="{47C840F1-E6C3-4979-8FDB-27FC3DA3D710}"/>
              </a:ext>
              <a:ext uri="{C183D7F6-B498-43B3-948B-1728B52AA6E4}">
                <adec:decorative xmlns:adec="http://schemas.microsoft.com/office/drawing/2017/decorative" val="1"/>
              </a:ext>
            </a:extLst>
          </p:cNvPr>
          <p:cNvSpPr txBox="1"/>
          <p:nvPr userDrawn="1"/>
        </p:nvSpPr>
        <p:spPr>
          <a:xfrm>
            <a:off x="2683824" y="2955211"/>
            <a:ext cx="7908966" cy="2010807"/>
          </a:xfrm>
          <a:prstGeom prst="rect">
            <a:avLst/>
          </a:prstGeom>
          <a:noFill/>
        </p:spPr>
        <p:txBody>
          <a:bodyPr wrap="square">
            <a:spAutoFit/>
          </a:bodyPr>
          <a:lstStyle/>
          <a:p>
            <a:pPr marR="0" algn="l" rtl="0">
              <a:lnSpc>
                <a:spcPct val="100000"/>
              </a:lnSpc>
              <a:spcAft>
                <a:spcPts val="600"/>
              </a:spcAft>
            </a:pPr>
            <a:r>
              <a:rPr lang="en-AU" sz="2400" b="0" i="0" u="none" strike="noStrike" baseline="30000">
                <a:solidFill>
                  <a:schemeClr val="bg1"/>
                </a:solidFill>
                <a:latin typeface="Montserrat Medium" panose="00000600000000000000" pitchFamily="2" charset="0"/>
              </a:rPr>
              <a:t>QUT acknowledges the Turrbal and Yugara, as the First Nations owners of the lands where QUT now stands. We pay respect to their Elders, lores, customs and creation spirits. We recognise that these lands have always been places of teaching, research and learning. ​</a:t>
            </a:r>
          </a:p>
          <a:p>
            <a:pPr marR="0" algn="l" rtl="0">
              <a:lnSpc>
                <a:spcPct val="100000"/>
              </a:lnSpc>
              <a:spcAft>
                <a:spcPts val="600"/>
              </a:spcAft>
            </a:pPr>
            <a:endParaRPr lang="en-AU" sz="2400" b="0" i="0" u="none" strike="noStrike" baseline="30000">
              <a:solidFill>
                <a:schemeClr val="bg1"/>
              </a:solidFill>
              <a:latin typeface="Montserrat Medium" panose="00000600000000000000" pitchFamily="2" charset="0"/>
            </a:endParaRPr>
          </a:p>
          <a:p>
            <a:pPr marR="0" algn="l" rtl="0">
              <a:lnSpc>
                <a:spcPct val="100000"/>
              </a:lnSpc>
              <a:spcAft>
                <a:spcPts val="600"/>
              </a:spcAft>
            </a:pPr>
            <a:r>
              <a:rPr lang="en-AU" sz="2400" b="0" i="0" u="none" strike="noStrike" baseline="30000">
                <a:solidFill>
                  <a:schemeClr val="bg1"/>
                </a:solidFill>
                <a:latin typeface="Montserrat Medium" panose="00000600000000000000" pitchFamily="2" charset="0"/>
              </a:rPr>
              <a:t>QUT acknowledges the important role Aboriginal and Torres Strait Islander people play within the QUT community.</a:t>
            </a:r>
            <a:r>
              <a:rPr lang="en-AU" sz="2800" b="0" i="0" u="none" strike="noStrike" baseline="30000">
                <a:solidFill>
                  <a:schemeClr val="bg1"/>
                </a:solidFill>
                <a:latin typeface="Montserrat Medium" panose="00000600000000000000" pitchFamily="2" charset="0"/>
              </a:rPr>
              <a:t>​</a:t>
            </a:r>
          </a:p>
        </p:txBody>
      </p:sp>
      <p:sp>
        <p:nvSpPr>
          <p:cNvPr id="12" name="TextBox 11">
            <a:extLst>
              <a:ext uri="{FF2B5EF4-FFF2-40B4-BE49-F238E27FC236}">
                <a16:creationId xmlns:a16="http://schemas.microsoft.com/office/drawing/2014/main" id="{0D8FB860-6D57-4BAC-8ECF-0B93F59FD5F7}"/>
              </a:ext>
              <a:ext uri="{C183D7F6-B498-43B3-948B-1728B52AA6E4}">
                <adec:decorative xmlns:adec="http://schemas.microsoft.com/office/drawing/2017/decorative" val="1"/>
              </a:ext>
            </a:extLst>
          </p:cNvPr>
          <p:cNvSpPr txBox="1"/>
          <p:nvPr userDrawn="1"/>
        </p:nvSpPr>
        <p:spPr>
          <a:xfrm>
            <a:off x="2922854" y="2463858"/>
            <a:ext cx="7046481" cy="420628"/>
          </a:xfrm>
          <a:prstGeom prst="rect">
            <a:avLst/>
          </a:prstGeom>
          <a:noFill/>
        </p:spPr>
        <p:txBody>
          <a:bodyPr wrap="square">
            <a:spAutoFit/>
          </a:bodyPr>
          <a:lstStyle/>
          <a:p>
            <a:pPr marR="0" algn="l" rtl="0"/>
            <a:r>
              <a:rPr lang="en-AU" sz="3200" b="1" i="0" u="none" strike="noStrike" baseline="30000" noProof="0">
                <a:solidFill>
                  <a:schemeClr val="bg1"/>
                </a:solidFill>
                <a:latin typeface="Montserrat Medium" panose="00000600000000000000" pitchFamily="2" charset="0"/>
              </a:rPr>
              <a:t>ACKNOWLEDGEMENT OF TRADITIONAL OWNERS </a:t>
            </a:r>
          </a:p>
        </p:txBody>
      </p:sp>
    </p:spTree>
    <p:custDataLst>
      <p:tags r:id="rId1"/>
    </p:custDataLst>
    <p:extLst>
      <p:ext uri="{BB962C8B-B14F-4D97-AF65-F5344CB8AC3E}">
        <p14:creationId xmlns:p14="http://schemas.microsoft.com/office/powerpoint/2010/main" val="1543918284"/>
      </p:ext>
    </p:extLst>
  </p:cSld>
  <p:clrMapOvr>
    <a:masterClrMapping/>
  </p:clrMapOvr>
  <p:transition spd="med">
    <p:fade/>
  </p:transition>
  <p:extLst>
    <p:ext uri="{DCECCB84-F9BA-43D5-87BE-67443E8EF086}">
      <p15:sldGuideLst xmlns:p15="http://schemas.microsoft.com/office/powerpoint/2012/main">
        <p15:guide id="1" orient="horz" pos="2160">
          <p15:clr>
            <a:srgbClr val="FBAE40"/>
          </p15:clr>
        </p15:guide>
      </p15:sldGuideLst>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U"/>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p:cNvSpPr>
            <a:spLocks noGrp="1"/>
          </p:cNvSpPr>
          <p:nvPr>
            <p:ph type="dt" sz="half" idx="10"/>
          </p:nvPr>
        </p:nvSpPr>
        <p:spPr/>
        <p:txBody>
          <a:bodyPr/>
          <a:lstStyle/>
          <a:p>
            <a:fld id="{8F2B76D4-9695-4693-87F9-C85156BB6A7B}" type="datetimeFigureOut">
              <a:rPr lang="en-AU" smtClean="0"/>
              <a:t>1/12/2025</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7559A3EE-DA65-4178-88D3-EAF059A80072}" type="slidenum">
              <a:rPr lang="en-AU" smtClean="0"/>
              <a:t>‹#›</a:t>
            </a:fld>
            <a:endParaRPr lang="en-AU"/>
          </a:p>
        </p:txBody>
      </p:sp>
    </p:spTree>
    <p:extLst>
      <p:ext uri="{BB962C8B-B14F-4D97-AF65-F5344CB8AC3E}">
        <p14:creationId xmlns:p14="http://schemas.microsoft.com/office/powerpoint/2010/main" val="71288561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theme" Target="../theme/theme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image" Target="../media/image2.png"/><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image" Target="../media/image1.jpeg"/></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8.xml"/><Relationship Id="rId13" Type="http://schemas.openxmlformats.org/officeDocument/2006/relationships/slideLayout" Target="../slideLayouts/slideLayout33.xml"/><Relationship Id="rId18" Type="http://schemas.openxmlformats.org/officeDocument/2006/relationships/slideLayout" Target="../slideLayouts/slideLayout38.xml"/><Relationship Id="rId26" Type="http://schemas.openxmlformats.org/officeDocument/2006/relationships/image" Target="../media/image9.jpeg"/><Relationship Id="rId3" Type="http://schemas.openxmlformats.org/officeDocument/2006/relationships/slideLayout" Target="../slideLayouts/slideLayout23.xml"/><Relationship Id="rId21" Type="http://schemas.openxmlformats.org/officeDocument/2006/relationships/slideLayout" Target="../slideLayouts/slideLayout41.xml"/><Relationship Id="rId7" Type="http://schemas.openxmlformats.org/officeDocument/2006/relationships/slideLayout" Target="../slideLayouts/slideLayout27.xml"/><Relationship Id="rId12" Type="http://schemas.openxmlformats.org/officeDocument/2006/relationships/slideLayout" Target="../slideLayouts/slideLayout32.xml"/><Relationship Id="rId17" Type="http://schemas.openxmlformats.org/officeDocument/2006/relationships/slideLayout" Target="../slideLayouts/slideLayout37.xml"/><Relationship Id="rId25" Type="http://schemas.openxmlformats.org/officeDocument/2006/relationships/image" Target="../media/image2.png"/><Relationship Id="rId2" Type="http://schemas.openxmlformats.org/officeDocument/2006/relationships/slideLayout" Target="../slideLayouts/slideLayout22.xml"/><Relationship Id="rId16" Type="http://schemas.openxmlformats.org/officeDocument/2006/relationships/slideLayout" Target="../slideLayouts/slideLayout36.xml"/><Relationship Id="rId20" Type="http://schemas.openxmlformats.org/officeDocument/2006/relationships/slideLayout" Target="../slideLayouts/slideLayout40.xml"/><Relationship Id="rId1" Type="http://schemas.openxmlformats.org/officeDocument/2006/relationships/slideLayout" Target="../slideLayouts/slideLayout21.xml"/><Relationship Id="rId6" Type="http://schemas.openxmlformats.org/officeDocument/2006/relationships/slideLayout" Target="../slideLayouts/slideLayout26.xml"/><Relationship Id="rId11" Type="http://schemas.openxmlformats.org/officeDocument/2006/relationships/slideLayout" Target="../slideLayouts/slideLayout31.xml"/><Relationship Id="rId24" Type="http://schemas.openxmlformats.org/officeDocument/2006/relationships/image" Target="../media/image1.jpeg"/><Relationship Id="rId5" Type="http://schemas.openxmlformats.org/officeDocument/2006/relationships/slideLayout" Target="../slideLayouts/slideLayout25.xml"/><Relationship Id="rId15" Type="http://schemas.openxmlformats.org/officeDocument/2006/relationships/slideLayout" Target="../slideLayouts/slideLayout35.xml"/><Relationship Id="rId23" Type="http://schemas.openxmlformats.org/officeDocument/2006/relationships/tags" Target="../tags/tag1.xml"/><Relationship Id="rId10" Type="http://schemas.openxmlformats.org/officeDocument/2006/relationships/slideLayout" Target="../slideLayouts/slideLayout30.xml"/><Relationship Id="rId19" Type="http://schemas.openxmlformats.org/officeDocument/2006/relationships/slideLayout" Target="../slideLayouts/slideLayout39.xml"/><Relationship Id="rId4" Type="http://schemas.openxmlformats.org/officeDocument/2006/relationships/slideLayout" Target="../slideLayouts/slideLayout24.xml"/><Relationship Id="rId9" Type="http://schemas.openxmlformats.org/officeDocument/2006/relationships/slideLayout" Target="../slideLayouts/slideLayout29.xml"/><Relationship Id="rId14" Type="http://schemas.openxmlformats.org/officeDocument/2006/relationships/slideLayout" Target="../slideLayouts/slideLayout34.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104FBEC7-6426-4AEC-A1CC-40670871954C}"/>
              </a:ext>
              <a:ext uri="{C183D7F6-B498-43B3-948B-1728B52AA6E4}">
                <adec:decorative xmlns:adec="http://schemas.microsoft.com/office/drawing/2017/decorative" val="1"/>
              </a:ext>
            </a:extLst>
          </p:cNvPr>
          <p:cNvPicPr>
            <a:picLocks noChangeAspect="1"/>
          </p:cNvPicPr>
          <p:nvPr userDrawn="1"/>
        </p:nvPicPr>
        <p:blipFill>
          <a:blip r:embed="rId22" cstate="screen">
            <a:extLst>
              <a:ext uri="{28A0092B-C50C-407E-A947-70E740481C1C}">
                <a14:useLocalDpi xmlns:a14="http://schemas.microsoft.com/office/drawing/2010/main"/>
              </a:ext>
            </a:extLst>
          </a:blip>
          <a:stretch>
            <a:fillRect/>
          </a:stretch>
        </p:blipFill>
        <p:spPr>
          <a:xfrm>
            <a:off x="1" y="6080044"/>
            <a:ext cx="12192000" cy="777956"/>
          </a:xfrm>
          <a:prstGeom prst="rect">
            <a:avLst/>
          </a:prstGeom>
        </p:spPr>
      </p:pic>
      <p:sp>
        <p:nvSpPr>
          <p:cNvPr id="12" name="TextBox 11" descr="CRICOS No. 00213J">
            <a:extLst>
              <a:ext uri="{FF2B5EF4-FFF2-40B4-BE49-F238E27FC236}">
                <a16:creationId xmlns:a16="http://schemas.microsoft.com/office/drawing/2014/main" id="{2E6D47BF-AB0D-4AE6-B4BD-493B48CD9970}"/>
              </a:ext>
            </a:extLst>
          </p:cNvPr>
          <p:cNvSpPr txBox="1"/>
          <p:nvPr userDrawn="1"/>
        </p:nvSpPr>
        <p:spPr>
          <a:xfrm>
            <a:off x="345921" y="5861551"/>
            <a:ext cx="760144" cy="169277"/>
          </a:xfrm>
          <a:prstGeom prst="rect">
            <a:avLst/>
          </a:prstGeom>
          <a:noFill/>
        </p:spPr>
        <p:txBody>
          <a:bodyPr wrap="none" rtlCol="0">
            <a:spAutoFit/>
          </a:bodyPr>
          <a:lstStyle/>
          <a:p>
            <a:pPr algn="ctr"/>
            <a:r>
              <a:rPr lang="en-AU" sz="500" dirty="0">
                <a:solidFill>
                  <a:schemeClr val="bg2">
                    <a:lumMod val="75000"/>
                  </a:schemeClr>
                </a:solidFill>
              </a:rPr>
              <a:t>CRICOS No.00213J</a:t>
            </a:r>
          </a:p>
        </p:txBody>
      </p:sp>
      <p:pic>
        <p:nvPicPr>
          <p:cNvPr id="4" name="Picture 3" descr="Logo - Queensland University of Technology">
            <a:extLst>
              <a:ext uri="{FF2B5EF4-FFF2-40B4-BE49-F238E27FC236}">
                <a16:creationId xmlns:a16="http://schemas.microsoft.com/office/drawing/2014/main" id="{771F55EB-84E1-4510-9C72-0DF84EA1B1A4}"/>
              </a:ext>
            </a:extLst>
          </p:cNvPr>
          <p:cNvPicPr>
            <a:picLocks noChangeAspect="1"/>
          </p:cNvPicPr>
          <p:nvPr userDrawn="1"/>
        </p:nvPicPr>
        <p:blipFill>
          <a:blip r:embed="rId23" cstate="screen">
            <a:extLst>
              <a:ext uri="{28A0092B-C50C-407E-A947-70E740481C1C}">
                <a14:useLocalDpi xmlns:a14="http://schemas.microsoft.com/office/drawing/2010/main"/>
              </a:ext>
            </a:extLst>
          </a:blip>
          <a:stretch>
            <a:fillRect/>
          </a:stretch>
        </p:blipFill>
        <p:spPr>
          <a:xfrm>
            <a:off x="11267892" y="6218210"/>
            <a:ext cx="481643" cy="481643"/>
          </a:xfrm>
          <a:prstGeom prst="rect">
            <a:avLst/>
          </a:prstGeom>
        </p:spPr>
      </p:pic>
      <p:sp>
        <p:nvSpPr>
          <p:cNvPr id="5" name="TextBox 4">
            <a:extLst>
              <a:ext uri="{FF2B5EF4-FFF2-40B4-BE49-F238E27FC236}">
                <a16:creationId xmlns:a16="http://schemas.microsoft.com/office/drawing/2014/main" id="{1475DFC8-C02E-4F5E-BE32-FE282B7EF40D}"/>
              </a:ext>
              <a:ext uri="{C183D7F6-B498-43B3-948B-1728B52AA6E4}">
                <adec:decorative xmlns:adec="http://schemas.microsoft.com/office/drawing/2017/decorative" val="1"/>
              </a:ext>
            </a:extLst>
          </p:cNvPr>
          <p:cNvSpPr txBox="1"/>
          <p:nvPr userDrawn="1"/>
        </p:nvSpPr>
        <p:spPr>
          <a:xfrm>
            <a:off x="345921" y="6228200"/>
            <a:ext cx="6049925" cy="446276"/>
          </a:xfrm>
          <a:prstGeom prst="rect">
            <a:avLst/>
          </a:prstGeom>
          <a:noFill/>
        </p:spPr>
        <p:txBody>
          <a:bodyPr wrap="square" rtlCol="0">
            <a:spAutoFit/>
          </a:bodyPr>
          <a:lstStyle/>
          <a:p>
            <a:r>
              <a:rPr lang="en-AU" sz="1200" b="1" dirty="0">
                <a:solidFill>
                  <a:schemeClr val="bg1"/>
                </a:solidFill>
              </a:rPr>
              <a:t>Office of Research Ethics &amp; Integrity</a:t>
            </a:r>
          </a:p>
          <a:p>
            <a:r>
              <a:rPr lang="en-AU" sz="1100" b="0" dirty="0">
                <a:solidFill>
                  <a:schemeClr val="bg1"/>
                </a:solidFill>
              </a:rPr>
              <a:t>Research Portfolio</a:t>
            </a:r>
          </a:p>
        </p:txBody>
      </p:sp>
      <p:sp>
        <p:nvSpPr>
          <p:cNvPr id="8" name="Text Placeholder 2">
            <a:extLst>
              <a:ext uri="{FF2B5EF4-FFF2-40B4-BE49-F238E27FC236}">
                <a16:creationId xmlns:a16="http://schemas.microsoft.com/office/drawing/2014/main" id="{1409811D-58FA-4569-BF65-03783DB26BAA}"/>
              </a:ext>
            </a:extLst>
          </p:cNvPr>
          <p:cNvSpPr>
            <a:spLocks noGrp="1"/>
          </p:cNvSpPr>
          <p:nvPr>
            <p:ph type="body" idx="1"/>
          </p:nvPr>
        </p:nvSpPr>
        <p:spPr>
          <a:xfrm>
            <a:off x="468000" y="1800000"/>
            <a:ext cx="11232000" cy="3960000"/>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7" name="Title Placeholder 1">
            <a:extLst>
              <a:ext uri="{FF2B5EF4-FFF2-40B4-BE49-F238E27FC236}">
                <a16:creationId xmlns:a16="http://schemas.microsoft.com/office/drawing/2014/main" id="{EF70AB86-8F1E-44CD-82C9-F9C4926C0D76}"/>
              </a:ext>
            </a:extLst>
          </p:cNvPr>
          <p:cNvSpPr>
            <a:spLocks noGrp="1"/>
          </p:cNvSpPr>
          <p:nvPr>
            <p:ph type="title"/>
          </p:nvPr>
        </p:nvSpPr>
        <p:spPr>
          <a:xfrm>
            <a:off x="468000" y="360000"/>
            <a:ext cx="11232000" cy="1332000"/>
          </a:xfrm>
          <a:prstGeom prst="rect">
            <a:avLst/>
          </a:prstGeom>
        </p:spPr>
        <p:txBody>
          <a:bodyPr vert="horz" lIns="91440" tIns="45720" rIns="91440" bIns="45720" rtlCol="0" anchor="ctr">
            <a:normAutofit/>
          </a:bodyPr>
          <a:lstStyle/>
          <a:p>
            <a:r>
              <a:rPr lang="en-US" dirty="0"/>
              <a:t>Click to edit Master title style</a:t>
            </a:r>
            <a:endParaRPr lang="en-AU" dirty="0"/>
          </a:p>
        </p:txBody>
      </p:sp>
    </p:spTree>
    <p:extLst>
      <p:ext uri="{BB962C8B-B14F-4D97-AF65-F5344CB8AC3E}">
        <p14:creationId xmlns:p14="http://schemas.microsoft.com/office/powerpoint/2010/main" val="332413371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Lst>
  <p:transition spd="med">
    <p:fade/>
  </p:transition>
  <p:hf hdr="0" dt="0"/>
  <p:txStyles>
    <p:titleStyle>
      <a:lvl1pPr algn="l" defTabSz="914400" rtl="0" eaLnBrk="1" latinLnBrk="0" hangingPunct="1">
        <a:lnSpc>
          <a:spcPct val="90000"/>
        </a:lnSpc>
        <a:spcBef>
          <a:spcPct val="0"/>
        </a:spcBef>
        <a:buNone/>
        <a:defRPr sz="4000" b="1" kern="1200" baseline="0">
          <a:solidFill>
            <a:srgbClr val="164C7B"/>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baseline="0">
          <a:solidFill>
            <a:srgbClr val="1C1C1C"/>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baseline="0">
          <a:solidFill>
            <a:srgbClr val="1C1C1C"/>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baseline="0">
          <a:solidFill>
            <a:srgbClr val="1C1C1C"/>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baseline="0">
          <a:solidFill>
            <a:srgbClr val="1C1C1C"/>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baseline="0">
          <a:solidFill>
            <a:srgbClr val="1C1C1C"/>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extBox 1" descr="CRICOS No. 00213J">
            <a:extLst>
              <a:ext uri="{FF2B5EF4-FFF2-40B4-BE49-F238E27FC236}">
                <a16:creationId xmlns:a16="http://schemas.microsoft.com/office/drawing/2014/main" id="{3819D453-5A42-99B4-BEE6-9B49622C4FFE}"/>
              </a:ext>
            </a:extLst>
          </p:cNvPr>
          <p:cNvSpPr txBox="1"/>
          <p:nvPr userDrawn="1"/>
        </p:nvSpPr>
        <p:spPr>
          <a:xfrm>
            <a:off x="345920" y="5861551"/>
            <a:ext cx="2815569" cy="169277"/>
          </a:xfrm>
          <a:prstGeom prst="rect">
            <a:avLst/>
          </a:prstGeom>
          <a:noFill/>
        </p:spPr>
        <p:txBody>
          <a:bodyPr wrap="square" rtlCol="0">
            <a:spAutoFit/>
          </a:bodyPr>
          <a:lstStyle/>
          <a:p>
            <a:pPr algn="l"/>
            <a:r>
              <a:rPr lang="en-AU" sz="500" b="0" i="0">
                <a:solidFill>
                  <a:schemeClr val="bg1">
                    <a:lumMod val="50000"/>
                  </a:schemeClr>
                </a:solidFill>
                <a:latin typeface="Arial" panose="020B0604020202020204" pitchFamily="34" charset="0"/>
                <a:cs typeface="Arial" panose="020B0604020202020204" pitchFamily="34" charset="0"/>
              </a:rPr>
              <a:t>TEQSA Provider ID PRV12079 Australian University  |  CRICOS No. 00213J</a:t>
            </a:r>
          </a:p>
        </p:txBody>
      </p:sp>
      <p:pic>
        <p:nvPicPr>
          <p:cNvPr id="10" name="Picture 9">
            <a:extLst>
              <a:ext uri="{FF2B5EF4-FFF2-40B4-BE49-F238E27FC236}">
                <a16:creationId xmlns:a16="http://schemas.microsoft.com/office/drawing/2014/main" id="{104FBEC7-6426-4AEC-A1CC-40670871954C}"/>
              </a:ext>
              <a:ext uri="{C183D7F6-B498-43B3-948B-1728B52AA6E4}">
                <adec:decorative xmlns:adec="http://schemas.microsoft.com/office/drawing/2017/decorative" val="1"/>
              </a:ext>
            </a:extLst>
          </p:cNvPr>
          <p:cNvPicPr>
            <a:picLocks noChangeAspect="1"/>
          </p:cNvPicPr>
          <p:nvPr userDrawn="1"/>
        </p:nvPicPr>
        <p:blipFill>
          <a:blip r:embed="rId24" cstate="screen">
            <a:extLst>
              <a:ext uri="{28A0092B-C50C-407E-A947-70E740481C1C}">
                <a14:useLocalDpi xmlns:a14="http://schemas.microsoft.com/office/drawing/2010/main"/>
              </a:ext>
            </a:extLst>
          </a:blip>
          <a:stretch>
            <a:fillRect/>
          </a:stretch>
        </p:blipFill>
        <p:spPr>
          <a:xfrm>
            <a:off x="1" y="6080044"/>
            <a:ext cx="12192000" cy="777956"/>
          </a:xfrm>
          <a:prstGeom prst="rect">
            <a:avLst/>
          </a:prstGeom>
        </p:spPr>
      </p:pic>
      <p:pic>
        <p:nvPicPr>
          <p:cNvPr id="4" name="Picture 3" descr="Logo - Queensland University of Technology">
            <a:extLst>
              <a:ext uri="{FF2B5EF4-FFF2-40B4-BE49-F238E27FC236}">
                <a16:creationId xmlns:a16="http://schemas.microsoft.com/office/drawing/2014/main" id="{771F55EB-84E1-4510-9C72-0DF84EA1B1A4}"/>
              </a:ext>
            </a:extLst>
          </p:cNvPr>
          <p:cNvPicPr>
            <a:picLocks noChangeAspect="1"/>
          </p:cNvPicPr>
          <p:nvPr userDrawn="1"/>
        </p:nvPicPr>
        <p:blipFill>
          <a:blip r:embed="rId25" cstate="screen">
            <a:extLst>
              <a:ext uri="{28A0092B-C50C-407E-A947-70E740481C1C}">
                <a14:useLocalDpi xmlns:a14="http://schemas.microsoft.com/office/drawing/2010/main"/>
              </a:ext>
            </a:extLst>
          </a:blip>
          <a:stretch>
            <a:fillRect/>
          </a:stretch>
        </p:blipFill>
        <p:spPr>
          <a:xfrm>
            <a:off x="11267892" y="6218210"/>
            <a:ext cx="481643" cy="481643"/>
          </a:xfrm>
          <a:prstGeom prst="rect">
            <a:avLst/>
          </a:prstGeom>
        </p:spPr>
      </p:pic>
      <p:sp>
        <p:nvSpPr>
          <p:cNvPr id="5" name="TextBox 4">
            <a:extLst>
              <a:ext uri="{FF2B5EF4-FFF2-40B4-BE49-F238E27FC236}">
                <a16:creationId xmlns:a16="http://schemas.microsoft.com/office/drawing/2014/main" id="{1475DFC8-C02E-4F5E-BE32-FE282B7EF40D}"/>
              </a:ext>
              <a:ext uri="{C183D7F6-B498-43B3-948B-1728B52AA6E4}">
                <adec:decorative xmlns:adec="http://schemas.microsoft.com/office/drawing/2017/decorative" val="1"/>
              </a:ext>
            </a:extLst>
          </p:cNvPr>
          <p:cNvSpPr txBox="1"/>
          <p:nvPr userDrawn="1"/>
        </p:nvSpPr>
        <p:spPr>
          <a:xfrm>
            <a:off x="731868" y="6210269"/>
            <a:ext cx="6049925" cy="446276"/>
          </a:xfrm>
          <a:prstGeom prst="rect">
            <a:avLst/>
          </a:prstGeom>
          <a:noFill/>
        </p:spPr>
        <p:txBody>
          <a:bodyPr wrap="square" rtlCol="0">
            <a:spAutoFit/>
          </a:bodyPr>
          <a:lstStyle/>
          <a:p>
            <a:r>
              <a:rPr lang="en-AU" sz="1200" b="1">
                <a:solidFill>
                  <a:schemeClr val="bg1"/>
                </a:solidFill>
                <a:latin typeface="Montserrat Medium" panose="00000600000000000000" pitchFamily="2" charset="0"/>
              </a:rPr>
              <a:t>Human Research Ethics Team</a:t>
            </a:r>
          </a:p>
          <a:p>
            <a:r>
              <a:rPr lang="en-AU" sz="1100" b="0">
                <a:solidFill>
                  <a:schemeClr val="bg1"/>
                </a:solidFill>
                <a:latin typeface="Montserrat Medium" panose="00000600000000000000" pitchFamily="2" charset="0"/>
              </a:rPr>
              <a:t>Office of Research Ethics &amp; Integrity</a:t>
            </a:r>
          </a:p>
        </p:txBody>
      </p:sp>
      <p:sp>
        <p:nvSpPr>
          <p:cNvPr id="8" name="Text Placeholder 2">
            <a:extLst>
              <a:ext uri="{FF2B5EF4-FFF2-40B4-BE49-F238E27FC236}">
                <a16:creationId xmlns:a16="http://schemas.microsoft.com/office/drawing/2014/main" id="{1409811D-58FA-4569-BF65-03783DB26BAA}"/>
              </a:ext>
            </a:extLst>
          </p:cNvPr>
          <p:cNvSpPr>
            <a:spLocks noGrp="1"/>
          </p:cNvSpPr>
          <p:nvPr>
            <p:ph type="body" idx="1"/>
          </p:nvPr>
        </p:nvSpPr>
        <p:spPr>
          <a:xfrm>
            <a:off x="468000" y="1800000"/>
            <a:ext cx="11232000" cy="39600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Title Placeholder 1">
            <a:extLst>
              <a:ext uri="{FF2B5EF4-FFF2-40B4-BE49-F238E27FC236}">
                <a16:creationId xmlns:a16="http://schemas.microsoft.com/office/drawing/2014/main" id="{EF70AB86-8F1E-44CD-82C9-F9C4926C0D76}"/>
              </a:ext>
            </a:extLst>
          </p:cNvPr>
          <p:cNvSpPr>
            <a:spLocks noGrp="1"/>
          </p:cNvSpPr>
          <p:nvPr>
            <p:ph type="title"/>
          </p:nvPr>
        </p:nvSpPr>
        <p:spPr>
          <a:xfrm>
            <a:off x="468000" y="360000"/>
            <a:ext cx="11232000" cy="1332000"/>
          </a:xfrm>
          <a:prstGeom prst="rect">
            <a:avLst/>
          </a:prstGeom>
        </p:spPr>
        <p:txBody>
          <a:bodyPr vert="horz" lIns="91440" tIns="45720" rIns="91440" bIns="45720" rtlCol="0" anchor="ctr">
            <a:normAutofit/>
          </a:bodyPr>
          <a:lstStyle/>
          <a:p>
            <a:r>
              <a:rPr lang="en-US"/>
              <a:t>Click to edit Master title style</a:t>
            </a:r>
            <a:endParaRPr lang="en-AU"/>
          </a:p>
        </p:txBody>
      </p:sp>
      <p:pic>
        <p:nvPicPr>
          <p:cNvPr id="3" name="Picture 2">
            <a:extLst>
              <a:ext uri="{FF2B5EF4-FFF2-40B4-BE49-F238E27FC236}">
                <a16:creationId xmlns:a16="http://schemas.microsoft.com/office/drawing/2014/main" id="{3989A552-CFB0-3231-9A88-A4DC5B0DF9CE}"/>
              </a:ext>
            </a:extLst>
          </p:cNvPr>
          <p:cNvPicPr>
            <a:picLocks noChangeAspect="1"/>
          </p:cNvPicPr>
          <p:nvPr userDrawn="1"/>
        </p:nvPicPr>
        <p:blipFill>
          <a:blip r:embed="rId26">
            <a:extLst>
              <a:ext uri="{28A0092B-C50C-407E-A947-70E740481C1C}">
                <a14:useLocalDpi xmlns:a14="http://schemas.microsoft.com/office/drawing/2010/main" val="0"/>
              </a:ext>
            </a:extLst>
          </a:blip>
          <a:srcRect/>
          <a:stretch/>
        </p:blipFill>
        <p:spPr>
          <a:xfrm>
            <a:off x="192192" y="6173284"/>
            <a:ext cx="539676" cy="496154"/>
          </a:xfrm>
          <a:prstGeom prst="rect">
            <a:avLst/>
          </a:prstGeom>
        </p:spPr>
      </p:pic>
    </p:spTree>
    <p:custDataLst>
      <p:tags r:id="rId23"/>
    </p:custDataLst>
    <p:extLst>
      <p:ext uri="{BB962C8B-B14F-4D97-AF65-F5344CB8AC3E}">
        <p14:creationId xmlns:p14="http://schemas.microsoft.com/office/powerpoint/2010/main" val="728632028"/>
      </p:ext>
    </p:extLst>
  </p:cSld>
  <p:clrMap bg1="lt1" tx1="dk1" bg2="lt2" tx2="dk2" accent1="accent1" accent2="accent2" accent3="accent3" accent4="accent4" accent5="accent5" accent6="accent6" hlink="hlink" folHlink="folHlink"/>
  <p:sldLayoutIdLst>
    <p:sldLayoutId id="2147483682" r:id="rId1"/>
    <p:sldLayoutId id="2147483683" r:id="rId2"/>
    <p:sldLayoutId id="2147483684" r:id="rId3"/>
    <p:sldLayoutId id="2147483685" r:id="rId4"/>
    <p:sldLayoutId id="2147483686" r:id="rId5"/>
    <p:sldLayoutId id="2147483687" r:id="rId6"/>
    <p:sldLayoutId id="2147483688" r:id="rId7"/>
    <p:sldLayoutId id="2147483689" r:id="rId8"/>
    <p:sldLayoutId id="2147483690" r:id="rId9"/>
    <p:sldLayoutId id="2147483691" r:id="rId10"/>
    <p:sldLayoutId id="2147483692" r:id="rId11"/>
    <p:sldLayoutId id="2147483693" r:id="rId12"/>
    <p:sldLayoutId id="2147483694" r:id="rId13"/>
    <p:sldLayoutId id="2147483695" r:id="rId14"/>
    <p:sldLayoutId id="2147483696" r:id="rId15"/>
    <p:sldLayoutId id="2147483697" r:id="rId16"/>
    <p:sldLayoutId id="2147483698" r:id="rId17"/>
    <p:sldLayoutId id="2147483699" r:id="rId18"/>
    <p:sldLayoutId id="2147483700" r:id="rId19"/>
    <p:sldLayoutId id="2147483701" r:id="rId20"/>
    <p:sldLayoutId id="2147483702" r:id="rId21"/>
  </p:sldLayoutIdLst>
  <p:transition spd="med">
    <p:fade/>
  </p:transition>
  <p:hf hdr="0"/>
  <p:txStyles>
    <p:titleStyle>
      <a:lvl1pPr algn="l" defTabSz="914400" rtl="0" eaLnBrk="1" latinLnBrk="0" hangingPunct="1">
        <a:lnSpc>
          <a:spcPct val="90000"/>
        </a:lnSpc>
        <a:spcBef>
          <a:spcPct val="0"/>
        </a:spcBef>
        <a:buNone/>
        <a:defRPr sz="4400" b="1" kern="1200" baseline="0">
          <a:solidFill>
            <a:srgbClr val="164C7B"/>
          </a:solidFill>
          <a:latin typeface="Montserrat Medium" panose="00000600000000000000" pitchFamily="2" charset="0"/>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baseline="0">
          <a:solidFill>
            <a:srgbClr val="1C1C1C"/>
          </a:solidFill>
          <a:latin typeface="Montserrat" panose="02000505000000020004" pitchFamily="2"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baseline="0">
          <a:solidFill>
            <a:srgbClr val="1C1C1C"/>
          </a:solidFill>
          <a:latin typeface="Montserrat" panose="02000505000000020004" pitchFamily="2"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baseline="0">
          <a:solidFill>
            <a:srgbClr val="1C1C1C"/>
          </a:solidFill>
          <a:latin typeface="Montserrat" panose="02000505000000020004" pitchFamily="2"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baseline="0">
          <a:solidFill>
            <a:srgbClr val="1C1C1C"/>
          </a:solidFill>
          <a:latin typeface="Montserrat" panose="02000505000000020004" pitchFamily="2"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baseline="0">
          <a:solidFill>
            <a:srgbClr val="1C1C1C"/>
          </a:solidFill>
          <a:latin typeface="Montserrat" panose="02000505000000020004" pitchFamily="2"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mailto:l2.Woodward@qut.edu.au" TargetMode="External"/><Relationship Id="rId1" Type="http://schemas.openxmlformats.org/officeDocument/2006/relationships/slideLayout" Target="../slideLayouts/slideLayout20.xml"/></Relationships>
</file>

<file path=ppt/slides/_rels/slide2.xml.rels><?xml version="1.0" encoding="UTF-8" standalone="yes"?>
<Relationships xmlns="http://schemas.openxmlformats.org/package/2006/relationships"><Relationship Id="rId2" Type="http://schemas.openxmlformats.org/officeDocument/2006/relationships/slideLayout" Target="../slideLayouts/slideLayout27.xml"/><Relationship Id="rId1" Type="http://schemas.openxmlformats.org/officeDocument/2006/relationships/tags" Target="../tags/tag16.xml"/></Relationships>
</file>

<file path=ppt/slides/_rels/slide3.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image" Target="../media/image10.jpeg"/><Relationship Id="rId1" Type="http://schemas.openxmlformats.org/officeDocument/2006/relationships/slideLayout" Target="../slideLayouts/slideLayout8.xml"/><Relationship Id="rId4" Type="http://schemas.openxmlformats.org/officeDocument/2006/relationships/image" Target="../media/image12.jpeg"/></Relationships>
</file>

<file path=ppt/slides/_rels/slide4.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14.png"/><Relationship Id="rId7" Type="http://schemas.openxmlformats.org/officeDocument/2006/relationships/image" Target="../media/image18.png"/><Relationship Id="rId2" Type="http://schemas.openxmlformats.org/officeDocument/2006/relationships/image" Target="../media/image13.jpeg"/><Relationship Id="rId1" Type="http://schemas.openxmlformats.org/officeDocument/2006/relationships/slideLayout" Target="../slideLayouts/slideLayout18.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 Id="rId9" Type="http://schemas.openxmlformats.org/officeDocument/2006/relationships/image" Target="../media/image20.png"/></Relationships>
</file>

<file path=ppt/slides/_rels/slide5.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19.xml"/></Relationships>
</file>

<file path=ppt/slides/_rels/slide6.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19.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slideLayout" Target="../slideLayouts/slideLayout30.xml"/><Relationship Id="rId1" Type="http://schemas.openxmlformats.org/officeDocument/2006/relationships/tags" Target="../tags/tag17.xml"/><Relationship Id="rId6" Type="http://schemas.openxmlformats.org/officeDocument/2006/relationships/image" Target="../media/image26.tmp"/><Relationship Id="rId5" Type="http://schemas.openxmlformats.org/officeDocument/2006/relationships/image" Target="../media/image25.tmp"/><Relationship Id="rId4" Type="http://schemas.openxmlformats.org/officeDocument/2006/relationships/image" Target="../media/image24.png"/></Relationships>
</file>

<file path=ppt/slides/_rels/slide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slideLayout" Target="../slideLayouts/slideLayout30.xml"/><Relationship Id="rId1" Type="http://schemas.openxmlformats.org/officeDocument/2006/relationships/tags" Target="../tags/tag18.xml"/></Relationships>
</file>

<file path=ppt/slides/_rels/slide10.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image" Target="../media/image27.jpeg"/><Relationship Id="rId1" Type="http://schemas.openxmlformats.org/officeDocument/2006/relationships/slideLayout" Target="../slideLayouts/slideLayout41.xml"/><Relationship Id="rId4" Type="http://schemas.openxmlformats.org/officeDocument/2006/relationships/image" Target="../media/image29.jpe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20.xml"/><Relationship Id="rId1" Type="http://schemas.openxmlformats.org/officeDocument/2006/relationships/tags" Target="../tags/tag19.xml"/><Relationship Id="rId5" Type="http://schemas.openxmlformats.org/officeDocument/2006/relationships/image" Target="../media/image25.tmp"/><Relationship Id="rId4" Type="http://schemas.openxmlformats.org/officeDocument/2006/relationships/image" Target="../media/image30.jpe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5.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8.xml"/><Relationship Id="rId1" Type="http://schemas.openxmlformats.org/officeDocument/2006/relationships/tags" Target="../tags/tag20.xml"/></Relationships>
</file>

<file path=ppt/slides/_rels/slide26.xml.rels><?xml version="1.0" encoding="UTF-8" standalone="yes"?>
<Relationships xmlns="http://schemas.openxmlformats.org/package/2006/relationships"><Relationship Id="rId8" Type="http://schemas.openxmlformats.org/officeDocument/2006/relationships/image" Target="../media/image33.tmp"/><Relationship Id="rId3" Type="http://schemas.openxmlformats.org/officeDocument/2006/relationships/hyperlink" Target="https://ethics-forms.research.qut.edu.au/Personalisation/DisplayPage/10" TargetMode="External"/><Relationship Id="rId7" Type="http://schemas.openxmlformats.org/officeDocument/2006/relationships/hyperlink" Target="https://courses.lumenlearning.com/wmopen-organizationalbehavior/chapter/business-ethics-in-organizational-behavior/" TargetMode="External"/><Relationship Id="rId2" Type="http://schemas.openxmlformats.org/officeDocument/2006/relationships/notesSlide" Target="../notesSlides/notesSlide3.xml"/><Relationship Id="rId1" Type="http://schemas.openxmlformats.org/officeDocument/2006/relationships/slideLayout" Target="../slideLayouts/slideLayout8.xml"/><Relationship Id="rId6" Type="http://schemas.openxmlformats.org/officeDocument/2006/relationships/image" Target="../media/image32.jpeg"/><Relationship Id="rId5" Type="http://schemas.openxmlformats.org/officeDocument/2006/relationships/image" Target="../media/image31.png"/><Relationship Id="rId4" Type="http://schemas.openxmlformats.org/officeDocument/2006/relationships/hyperlink" Target="https://canvas.qut.edu.au/enroll/ABNJCX"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F93BD9-20B7-355A-2A4E-4EB0E3044B5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BABA14B-A941-8F0B-8669-E734456341C9}"/>
              </a:ext>
            </a:extLst>
          </p:cNvPr>
          <p:cNvSpPr>
            <a:spLocks noGrp="1"/>
          </p:cNvSpPr>
          <p:nvPr>
            <p:ph type="ctrTitle"/>
          </p:nvPr>
        </p:nvSpPr>
        <p:spPr/>
        <p:txBody>
          <a:bodyPr/>
          <a:lstStyle/>
          <a:p>
            <a:r>
              <a:rPr lang="en-US" dirty="0"/>
              <a:t>ARC BITA Geek Seminar</a:t>
            </a:r>
            <a:endParaRPr lang="en-AU" dirty="0"/>
          </a:p>
        </p:txBody>
      </p:sp>
      <p:sp>
        <p:nvSpPr>
          <p:cNvPr id="3" name="Subtitle 2">
            <a:extLst>
              <a:ext uri="{FF2B5EF4-FFF2-40B4-BE49-F238E27FC236}">
                <a16:creationId xmlns:a16="http://schemas.microsoft.com/office/drawing/2014/main" id="{1F2D3BFB-E3DA-A953-FE16-08C401C265EE}"/>
              </a:ext>
            </a:extLst>
          </p:cNvPr>
          <p:cNvSpPr>
            <a:spLocks noGrp="1"/>
          </p:cNvSpPr>
          <p:nvPr>
            <p:ph type="subTitle" idx="1"/>
          </p:nvPr>
        </p:nvSpPr>
        <p:spPr/>
        <p:txBody>
          <a:bodyPr>
            <a:normAutofit lnSpcReduction="10000"/>
          </a:bodyPr>
          <a:lstStyle/>
          <a:p>
            <a:r>
              <a:rPr lang="en-US" dirty="0"/>
              <a:t>Prof Lynn Woodward</a:t>
            </a:r>
          </a:p>
          <a:p>
            <a:r>
              <a:rPr lang="en-US" dirty="0"/>
              <a:t>Chair QUT Human Research Ethics Committee</a:t>
            </a:r>
          </a:p>
          <a:p>
            <a:r>
              <a:rPr lang="en-US" dirty="0">
                <a:hlinkClick r:id="rId2"/>
              </a:rPr>
              <a:t>l2.Woodward@qut.edu.au</a:t>
            </a:r>
            <a:endParaRPr lang="en-US" dirty="0"/>
          </a:p>
          <a:p>
            <a:r>
              <a:rPr lang="en-US" dirty="0"/>
              <a:t>humanethics.@qut.edu.au</a:t>
            </a:r>
            <a:endParaRPr lang="en-AU" dirty="0"/>
          </a:p>
        </p:txBody>
      </p:sp>
      <p:sp>
        <p:nvSpPr>
          <p:cNvPr id="4" name="Footer Placeholder 3">
            <a:extLst>
              <a:ext uri="{FF2B5EF4-FFF2-40B4-BE49-F238E27FC236}">
                <a16:creationId xmlns:a16="http://schemas.microsoft.com/office/drawing/2014/main" id="{EA29761B-581B-0980-670A-658346AC8380}"/>
              </a:ext>
            </a:extLst>
          </p:cNvPr>
          <p:cNvSpPr>
            <a:spLocks noGrp="1"/>
          </p:cNvSpPr>
          <p:nvPr>
            <p:ph type="ftr" sz="quarter" idx="11"/>
          </p:nvPr>
        </p:nvSpPr>
        <p:spPr/>
        <p:txBody>
          <a:bodyPr/>
          <a:lstStyle/>
          <a:p>
            <a:endParaRPr lang="en-AU"/>
          </a:p>
        </p:txBody>
      </p:sp>
      <p:sp>
        <p:nvSpPr>
          <p:cNvPr id="5" name="Slide Number Placeholder 4">
            <a:extLst>
              <a:ext uri="{FF2B5EF4-FFF2-40B4-BE49-F238E27FC236}">
                <a16:creationId xmlns:a16="http://schemas.microsoft.com/office/drawing/2014/main" id="{79FA9E10-F61D-C945-F260-BE779D226A2B}"/>
              </a:ext>
            </a:extLst>
          </p:cNvPr>
          <p:cNvSpPr>
            <a:spLocks noGrp="1"/>
          </p:cNvSpPr>
          <p:nvPr>
            <p:ph type="sldNum" sz="quarter" idx="12"/>
          </p:nvPr>
        </p:nvSpPr>
        <p:spPr/>
        <p:txBody>
          <a:bodyPr/>
          <a:lstStyle/>
          <a:p>
            <a:fld id="{10BBBCC9-28A7-4686-838D-4062FBD7AAD7}" type="slidenum">
              <a:rPr lang="en-AU" smtClean="0"/>
              <a:t>1</a:t>
            </a:fld>
            <a:endParaRPr lang="en-AU"/>
          </a:p>
        </p:txBody>
      </p:sp>
    </p:spTree>
    <p:extLst>
      <p:ext uri="{BB962C8B-B14F-4D97-AF65-F5344CB8AC3E}">
        <p14:creationId xmlns:p14="http://schemas.microsoft.com/office/powerpoint/2010/main" val="39843865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ustDataLst>
      <p:tags r:id="rId1"/>
    </p:custDataLst>
    <p:extLst>
      <p:ext uri="{BB962C8B-B14F-4D97-AF65-F5344CB8AC3E}">
        <p14:creationId xmlns:p14="http://schemas.microsoft.com/office/powerpoint/2010/main" val="4259112089"/>
      </p:ext>
    </p:extLst>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Title 1">
            <a:extLst>
              <a:ext uri="{FF2B5EF4-FFF2-40B4-BE49-F238E27FC236}">
                <a16:creationId xmlns:a16="http://schemas.microsoft.com/office/drawing/2014/main" id="{1B9FA6B0-5E50-2313-E482-1416789C346E}"/>
              </a:ext>
            </a:extLst>
          </p:cNvPr>
          <p:cNvSpPr>
            <a:spLocks noGrp="1"/>
          </p:cNvSpPr>
          <p:nvPr>
            <p:ph type="title"/>
          </p:nvPr>
        </p:nvSpPr>
        <p:spPr/>
        <p:txBody>
          <a:bodyPr/>
          <a:lstStyle/>
          <a:p>
            <a:pPr eaLnBrk="1" hangingPunct="1"/>
            <a:r>
              <a:rPr lang="en-US" altLang="en-US"/>
              <a:t>Human research – a brief, and selective, history</a:t>
            </a:r>
            <a:endParaRPr lang="en-AU" altLang="en-US"/>
          </a:p>
        </p:txBody>
      </p:sp>
      <p:sp>
        <p:nvSpPr>
          <p:cNvPr id="3" name="Content Placeholder 2">
            <a:extLst>
              <a:ext uri="{FF2B5EF4-FFF2-40B4-BE49-F238E27FC236}">
                <a16:creationId xmlns:a16="http://schemas.microsoft.com/office/drawing/2014/main" id="{899E1D9D-3C3E-1C90-E06A-BA185EAC9CB9}"/>
              </a:ext>
            </a:extLst>
          </p:cNvPr>
          <p:cNvSpPr>
            <a:spLocks noGrp="1"/>
          </p:cNvSpPr>
          <p:nvPr>
            <p:ph idx="1"/>
          </p:nvPr>
        </p:nvSpPr>
        <p:spPr>
          <a:xfrm>
            <a:off x="2133601" y="2046288"/>
            <a:ext cx="6348413" cy="3879850"/>
          </a:xfrm>
        </p:spPr>
        <p:txBody>
          <a:bodyPr rtlCol="0">
            <a:normAutofit fontScale="92500" lnSpcReduction="10000"/>
          </a:bodyPr>
          <a:lstStyle/>
          <a:p>
            <a:pPr marL="285750" indent="-285750">
              <a:defRPr/>
            </a:pPr>
            <a:r>
              <a:rPr lang="en-US" dirty="0">
                <a:solidFill>
                  <a:schemeClr val="tx1">
                    <a:lumMod val="75000"/>
                    <a:lumOff val="25000"/>
                  </a:schemeClr>
                </a:solidFill>
              </a:rPr>
              <a:t>Observation</a:t>
            </a:r>
          </a:p>
          <a:p>
            <a:pPr marL="285750" indent="-285750">
              <a:defRPr/>
            </a:pPr>
            <a:r>
              <a:rPr lang="en-US" dirty="0">
                <a:solidFill>
                  <a:schemeClr val="tx1">
                    <a:lumMod val="75000"/>
                    <a:lumOff val="25000"/>
                  </a:schemeClr>
                </a:solidFill>
              </a:rPr>
              <a:t>16</a:t>
            </a:r>
            <a:r>
              <a:rPr lang="en-US" baseline="30000" dirty="0">
                <a:solidFill>
                  <a:schemeClr val="tx1">
                    <a:lumMod val="75000"/>
                    <a:lumOff val="25000"/>
                  </a:schemeClr>
                </a:solidFill>
              </a:rPr>
              <a:t>th</a:t>
            </a:r>
            <a:r>
              <a:rPr lang="en-US" dirty="0">
                <a:solidFill>
                  <a:schemeClr val="tx1">
                    <a:lumMod val="75000"/>
                    <a:lumOff val="25000"/>
                  </a:schemeClr>
                </a:solidFill>
              </a:rPr>
              <a:t> &amp; 17</a:t>
            </a:r>
            <a:r>
              <a:rPr lang="en-US" baseline="30000" dirty="0">
                <a:solidFill>
                  <a:schemeClr val="tx1">
                    <a:lumMod val="75000"/>
                    <a:lumOff val="25000"/>
                  </a:schemeClr>
                </a:solidFill>
              </a:rPr>
              <a:t>th</a:t>
            </a:r>
            <a:r>
              <a:rPr lang="en-US" dirty="0">
                <a:solidFill>
                  <a:schemeClr val="tx1">
                    <a:lumMod val="75000"/>
                    <a:lumOff val="25000"/>
                  </a:schemeClr>
                </a:solidFill>
              </a:rPr>
              <a:t> century – cadaveric research</a:t>
            </a:r>
          </a:p>
          <a:p>
            <a:pPr marL="285750" indent="-285750">
              <a:defRPr/>
            </a:pPr>
            <a:r>
              <a:rPr lang="en-US" dirty="0">
                <a:solidFill>
                  <a:schemeClr val="tx1">
                    <a:lumMod val="75000"/>
                    <a:lumOff val="25000"/>
                  </a:schemeClr>
                </a:solidFill>
              </a:rPr>
              <a:t>Edward Jenner – small pox vaccine 1790s</a:t>
            </a:r>
          </a:p>
          <a:p>
            <a:pPr marL="285750" indent="-285750">
              <a:defRPr/>
            </a:pPr>
            <a:r>
              <a:rPr lang="en-US" dirty="0">
                <a:solidFill>
                  <a:schemeClr val="tx1">
                    <a:lumMod val="75000"/>
                    <a:lumOff val="25000"/>
                  </a:schemeClr>
                </a:solidFill>
              </a:rPr>
              <a:t>Yellow fever</a:t>
            </a:r>
          </a:p>
          <a:p>
            <a:pPr lvl="2">
              <a:buFont typeface="Wingdings 3" charset="2"/>
              <a:buChar char=""/>
              <a:defRPr/>
            </a:pPr>
            <a:r>
              <a:rPr lang="en-US" dirty="0">
                <a:solidFill>
                  <a:schemeClr val="tx1">
                    <a:lumMod val="75000"/>
                    <a:lumOff val="25000"/>
                  </a:schemeClr>
                </a:solidFill>
              </a:rPr>
              <a:t>Giuseppe </a:t>
            </a:r>
            <a:r>
              <a:rPr lang="en-US" dirty="0" err="1">
                <a:solidFill>
                  <a:schemeClr val="tx1">
                    <a:lumMod val="75000"/>
                    <a:lumOff val="25000"/>
                  </a:schemeClr>
                </a:solidFill>
              </a:rPr>
              <a:t>Sanarelli</a:t>
            </a:r>
            <a:r>
              <a:rPr lang="en-US" dirty="0">
                <a:solidFill>
                  <a:schemeClr val="tx1">
                    <a:lumMod val="75000"/>
                    <a:lumOff val="25000"/>
                  </a:schemeClr>
                </a:solidFill>
              </a:rPr>
              <a:t> </a:t>
            </a:r>
          </a:p>
          <a:p>
            <a:pPr lvl="2">
              <a:buFont typeface="Wingdings 3" charset="2"/>
              <a:buChar char=""/>
              <a:defRPr/>
            </a:pPr>
            <a:r>
              <a:rPr lang="en-US" dirty="0">
                <a:solidFill>
                  <a:schemeClr val="tx1">
                    <a:lumMod val="75000"/>
                    <a:lumOff val="25000"/>
                  </a:schemeClr>
                </a:solidFill>
              </a:rPr>
              <a:t>Walter Reed</a:t>
            </a:r>
          </a:p>
          <a:p>
            <a:pPr lvl="3">
              <a:buFont typeface="Wingdings 3" charset="2"/>
              <a:buChar char=""/>
              <a:defRPr/>
            </a:pPr>
            <a:r>
              <a:rPr lang="en-US" dirty="0">
                <a:solidFill>
                  <a:schemeClr val="tx1">
                    <a:lumMod val="75000"/>
                    <a:lumOff val="25000"/>
                  </a:schemeClr>
                </a:solidFill>
              </a:rPr>
              <a:t>Informed consent</a:t>
            </a:r>
          </a:p>
          <a:p>
            <a:pPr marL="285750" indent="-285750">
              <a:defRPr/>
            </a:pPr>
            <a:r>
              <a:rPr lang="en-US" dirty="0">
                <a:solidFill>
                  <a:schemeClr val="tx1">
                    <a:lumMod val="75000"/>
                    <a:lumOff val="25000"/>
                  </a:schemeClr>
                </a:solidFill>
              </a:rPr>
              <a:t>By today’s standards may consider unethical</a:t>
            </a:r>
          </a:p>
          <a:p>
            <a:pPr lvl="2">
              <a:buFont typeface="Wingdings 3" charset="2"/>
              <a:buChar char=""/>
              <a:defRPr/>
            </a:pPr>
            <a:r>
              <a:rPr lang="en-US" dirty="0">
                <a:solidFill>
                  <a:schemeClr val="tx1">
                    <a:lumMod val="75000"/>
                    <a:lumOff val="25000"/>
                  </a:schemeClr>
                </a:solidFill>
              </a:rPr>
              <a:t>Vulnerable populations – orphans, disabled, prisoners, migrants</a:t>
            </a:r>
          </a:p>
          <a:p>
            <a:pPr lvl="2">
              <a:buFont typeface="Wingdings 3" charset="2"/>
              <a:buChar char=""/>
              <a:defRPr/>
            </a:pPr>
            <a:r>
              <a:rPr lang="en-US" dirty="0">
                <a:solidFill>
                  <a:schemeClr val="tx1">
                    <a:lumMod val="75000"/>
                    <a:lumOff val="25000"/>
                  </a:schemeClr>
                </a:solidFill>
              </a:rPr>
              <a:t>Questionable consent</a:t>
            </a:r>
            <a:endParaRPr lang="en-AU" dirty="0">
              <a:solidFill>
                <a:schemeClr val="tx1">
                  <a:lumMod val="75000"/>
                  <a:lumOff val="25000"/>
                </a:schemeClr>
              </a:solidFill>
            </a:endParaRPr>
          </a:p>
          <a:p>
            <a:pPr>
              <a:buFont typeface="Wingdings 3" charset="2"/>
              <a:buChar char=""/>
              <a:defRPr/>
            </a:pPr>
            <a:endParaRPr lang="en-AU" dirty="0">
              <a:solidFill>
                <a:schemeClr val="tx1">
                  <a:lumMod val="75000"/>
                  <a:lumOff val="25000"/>
                </a:schemeClr>
              </a:solidFill>
            </a:endParaRPr>
          </a:p>
        </p:txBody>
      </p:sp>
      <p:sp>
        <p:nvSpPr>
          <p:cNvPr id="30724" name="Slide Number Placeholder 5">
            <a:extLst>
              <a:ext uri="{FF2B5EF4-FFF2-40B4-BE49-F238E27FC236}">
                <a16:creationId xmlns:a16="http://schemas.microsoft.com/office/drawing/2014/main" id="{12E5D117-8EF5-1055-F33C-F5AFB2D97236}"/>
              </a:ext>
            </a:extLst>
          </p:cNvPr>
          <p:cNvSpPr>
            <a:spLocks noGrp="1"/>
          </p:cNvSpPr>
          <p:nvPr>
            <p:ph type="sldNum" sz="quarter" idx="12"/>
          </p:nvPr>
        </p:nvSpPr>
        <p:spPr bwMode="auto">
          <a:xfrm>
            <a:off x="6445250" y="6042025"/>
            <a:ext cx="512763" cy="365125"/>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defPPr>
              <a:defRPr lang="en-US"/>
            </a:defPPr>
            <a:lvl1pPr algn="r" defTabSz="457200" rtl="0" eaLnBrk="0" fontAlgn="base" hangingPunct="0">
              <a:spcBef>
                <a:spcPct val="0"/>
              </a:spcBef>
              <a:spcAft>
                <a:spcPct val="0"/>
              </a:spcAft>
              <a:defRPr sz="900" kern="1200">
                <a:solidFill>
                  <a:schemeClr val="accent1"/>
                </a:solidFill>
                <a:latin typeface="Arial" panose="020B0604020202020204" pitchFamily="34" charset="0"/>
                <a:ea typeface="ＭＳ Ｐゴシック" panose="020B0600070205080204" pitchFamily="34" charset="-128"/>
                <a:cs typeface="+mn-cs"/>
              </a:defRPr>
            </a:lvl1pPr>
            <a:lvl2pPr marL="457200" algn="l" defTabSz="457200" rtl="0" eaLnBrk="0" fontAlgn="base" hangingPunct="0">
              <a:spcBef>
                <a:spcPct val="0"/>
              </a:spcBef>
              <a:spcAft>
                <a:spcPct val="0"/>
              </a:spcAft>
              <a:defRPr sz="2400" kern="1200">
                <a:solidFill>
                  <a:schemeClr val="tx1"/>
                </a:solidFill>
                <a:latin typeface="Arial" panose="020B0604020202020204" pitchFamily="34" charset="0"/>
                <a:ea typeface="ＭＳ Ｐゴシック" panose="020B0600070205080204" pitchFamily="34" charset="-128"/>
                <a:cs typeface="+mn-cs"/>
              </a:defRPr>
            </a:lvl2pPr>
            <a:lvl3pPr marL="914400" algn="l" defTabSz="457200" rtl="0" eaLnBrk="0" fontAlgn="base" hangingPunct="0">
              <a:spcBef>
                <a:spcPct val="0"/>
              </a:spcBef>
              <a:spcAft>
                <a:spcPct val="0"/>
              </a:spcAft>
              <a:defRPr sz="2400" kern="1200">
                <a:solidFill>
                  <a:schemeClr val="tx1"/>
                </a:solidFill>
                <a:latin typeface="Arial" panose="020B0604020202020204" pitchFamily="34" charset="0"/>
                <a:ea typeface="ＭＳ Ｐゴシック" panose="020B0600070205080204" pitchFamily="34" charset="-128"/>
                <a:cs typeface="+mn-cs"/>
              </a:defRPr>
            </a:lvl3pPr>
            <a:lvl4pPr marL="1371600" algn="l" defTabSz="457200" rtl="0" eaLnBrk="0" fontAlgn="base" hangingPunct="0">
              <a:spcBef>
                <a:spcPct val="0"/>
              </a:spcBef>
              <a:spcAft>
                <a:spcPct val="0"/>
              </a:spcAft>
              <a:defRPr sz="2400" kern="1200">
                <a:solidFill>
                  <a:schemeClr val="tx1"/>
                </a:solidFill>
                <a:latin typeface="Arial" panose="020B0604020202020204" pitchFamily="34" charset="0"/>
                <a:ea typeface="ＭＳ Ｐゴシック" panose="020B0600070205080204" pitchFamily="34" charset="-128"/>
                <a:cs typeface="+mn-cs"/>
              </a:defRPr>
            </a:lvl4pPr>
            <a:lvl5pPr marL="1828800" algn="l" defTabSz="457200" rtl="0" eaLnBrk="0" fontAlgn="base" hangingPunct="0">
              <a:spcBef>
                <a:spcPct val="0"/>
              </a:spcBef>
              <a:spcAft>
                <a:spcPct val="0"/>
              </a:spcAft>
              <a:defRPr sz="2400"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sz="2400"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sz="2400"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sz="2400"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sz="2400" kern="1200">
                <a:solidFill>
                  <a:schemeClr val="tx1"/>
                </a:solidFill>
                <a:latin typeface="Arial" panose="020B0604020202020204" pitchFamily="34" charset="0"/>
                <a:ea typeface="ＭＳ Ｐゴシック" panose="020B0600070205080204" pitchFamily="34" charset="-128"/>
                <a:cs typeface="+mn-cs"/>
              </a:defRPr>
            </a:lvl9pPr>
          </a:lstStyle>
          <a:p>
            <a:pPr>
              <a:spcBef>
                <a:spcPct val="0"/>
              </a:spcBef>
              <a:buClrTx/>
              <a:buSzTx/>
              <a:buFontTx/>
              <a:buNone/>
              <a:defRPr/>
            </a:pPr>
            <a:fld id="{157B3EB1-FDAA-4A56-ABD5-3B717D37E239}" type="slidenum">
              <a:rPr lang="en-AU" altLang="en-US" smtClean="0"/>
              <a:pPr>
                <a:spcBef>
                  <a:spcPct val="0"/>
                </a:spcBef>
                <a:buClrTx/>
                <a:buSzTx/>
                <a:buFontTx/>
                <a:buNone/>
                <a:defRPr/>
              </a:pPr>
              <a:t>3</a:t>
            </a:fld>
            <a:endParaRPr lang="en-AU" altLang="en-US">
              <a:solidFill>
                <a:schemeClr val="accent1"/>
              </a:solidFill>
              <a:latin typeface="Arial" panose="020B0604020202020204" pitchFamily="34" charset="0"/>
            </a:endParaRPr>
          </a:p>
        </p:txBody>
      </p:sp>
      <p:pic>
        <p:nvPicPr>
          <p:cNvPr id="30725" name="Picture 6">
            <a:extLst>
              <a:ext uri="{FF2B5EF4-FFF2-40B4-BE49-F238E27FC236}">
                <a16:creationId xmlns:a16="http://schemas.microsoft.com/office/drawing/2014/main" id="{5EF07914-3773-EDA2-FD88-48B59B26F8D3}"/>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8801892" y="1008063"/>
            <a:ext cx="2513013" cy="18843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0726" name="Picture 7">
            <a:extLst>
              <a:ext uri="{FF2B5EF4-FFF2-40B4-BE49-F238E27FC236}">
                <a16:creationId xmlns:a16="http://schemas.microsoft.com/office/drawing/2014/main" id="{EF4D0586-378A-8402-3B84-ED8D5068F2C1}"/>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9181498" y="2367757"/>
            <a:ext cx="2754312" cy="1822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0727" name="Picture 8">
            <a:extLst>
              <a:ext uri="{FF2B5EF4-FFF2-40B4-BE49-F238E27FC236}">
                <a16:creationId xmlns:a16="http://schemas.microsoft.com/office/drawing/2014/main" id="{9E9DAD61-D8C4-A0E4-5E84-240331AA5490}"/>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8861620" y="3965576"/>
            <a:ext cx="2679700" cy="17875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Footer Placeholder 1">
            <a:extLst>
              <a:ext uri="{FF2B5EF4-FFF2-40B4-BE49-F238E27FC236}">
                <a16:creationId xmlns:a16="http://schemas.microsoft.com/office/drawing/2014/main" id="{2BD26339-1592-DCAE-BF4E-8B9214BA663B}"/>
              </a:ext>
            </a:extLst>
          </p:cNvPr>
          <p:cNvSpPr>
            <a:spLocks noGrp="1"/>
          </p:cNvSpPr>
          <p:nvPr>
            <p:ph type="ftr" sz="quarter" idx="11"/>
          </p:nvPr>
        </p:nvSpPr>
        <p:spPr>
          <a:xfrm>
            <a:off x="609600" y="6042025"/>
            <a:ext cx="4622800" cy="365125"/>
          </a:xfrm>
          <a:prstGeom prst="rect">
            <a:avLst/>
          </a:prstGeom>
        </p:spPr>
        <p:txBody>
          <a:bodyPr vert="horz" lIns="91440" tIns="45720" rIns="91440" bIns="45720" rtlCol="0" anchor="ctr"/>
          <a:lstStyle>
            <a:defPPr>
              <a:defRPr lang="en-US"/>
            </a:defPPr>
            <a:lvl1pPr algn="l" defTabSz="457200" rtl="0" eaLnBrk="0" fontAlgn="base" hangingPunct="0">
              <a:spcBef>
                <a:spcPct val="0"/>
              </a:spcBef>
              <a:spcAft>
                <a:spcPct val="0"/>
              </a:spcAft>
              <a:defRPr sz="900" kern="1200">
                <a:solidFill>
                  <a:schemeClr val="tx1">
                    <a:tint val="75000"/>
                  </a:schemeClr>
                </a:solidFill>
                <a:latin typeface="Arial" panose="020B0604020202020204" pitchFamily="34" charset="0"/>
                <a:ea typeface="ＭＳ Ｐゴシック" panose="020B0600070205080204" pitchFamily="34" charset="-128"/>
                <a:cs typeface="+mn-cs"/>
              </a:defRPr>
            </a:lvl1pPr>
            <a:lvl2pPr marL="457200" algn="l" defTabSz="457200" rtl="0" eaLnBrk="0" fontAlgn="base" hangingPunct="0">
              <a:spcBef>
                <a:spcPct val="0"/>
              </a:spcBef>
              <a:spcAft>
                <a:spcPct val="0"/>
              </a:spcAft>
              <a:defRPr sz="2400" kern="1200">
                <a:solidFill>
                  <a:schemeClr val="tx1"/>
                </a:solidFill>
                <a:latin typeface="Arial" panose="020B0604020202020204" pitchFamily="34" charset="0"/>
                <a:ea typeface="ＭＳ Ｐゴシック" panose="020B0600070205080204" pitchFamily="34" charset="-128"/>
                <a:cs typeface="+mn-cs"/>
              </a:defRPr>
            </a:lvl2pPr>
            <a:lvl3pPr marL="914400" algn="l" defTabSz="457200" rtl="0" eaLnBrk="0" fontAlgn="base" hangingPunct="0">
              <a:spcBef>
                <a:spcPct val="0"/>
              </a:spcBef>
              <a:spcAft>
                <a:spcPct val="0"/>
              </a:spcAft>
              <a:defRPr sz="2400" kern="1200">
                <a:solidFill>
                  <a:schemeClr val="tx1"/>
                </a:solidFill>
                <a:latin typeface="Arial" panose="020B0604020202020204" pitchFamily="34" charset="0"/>
                <a:ea typeface="ＭＳ Ｐゴシック" panose="020B0600070205080204" pitchFamily="34" charset="-128"/>
                <a:cs typeface="+mn-cs"/>
              </a:defRPr>
            </a:lvl3pPr>
            <a:lvl4pPr marL="1371600" algn="l" defTabSz="457200" rtl="0" eaLnBrk="0" fontAlgn="base" hangingPunct="0">
              <a:spcBef>
                <a:spcPct val="0"/>
              </a:spcBef>
              <a:spcAft>
                <a:spcPct val="0"/>
              </a:spcAft>
              <a:defRPr sz="2400" kern="1200">
                <a:solidFill>
                  <a:schemeClr val="tx1"/>
                </a:solidFill>
                <a:latin typeface="Arial" panose="020B0604020202020204" pitchFamily="34" charset="0"/>
                <a:ea typeface="ＭＳ Ｐゴシック" panose="020B0600070205080204" pitchFamily="34" charset="-128"/>
                <a:cs typeface="+mn-cs"/>
              </a:defRPr>
            </a:lvl4pPr>
            <a:lvl5pPr marL="1828800" algn="l" defTabSz="457200" rtl="0" eaLnBrk="0" fontAlgn="base" hangingPunct="0">
              <a:spcBef>
                <a:spcPct val="0"/>
              </a:spcBef>
              <a:spcAft>
                <a:spcPct val="0"/>
              </a:spcAft>
              <a:defRPr sz="2400"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sz="2400"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sz="2400"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sz="2400"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sz="2400" kern="1200">
                <a:solidFill>
                  <a:schemeClr val="tx1"/>
                </a:solidFill>
                <a:latin typeface="Arial" panose="020B0604020202020204" pitchFamily="34" charset="0"/>
                <a:ea typeface="ＭＳ Ｐゴシック" panose="020B0600070205080204" pitchFamily="34" charset="-128"/>
                <a:cs typeface="+mn-cs"/>
              </a:defRPr>
            </a:lvl9pPr>
          </a:lstStyle>
          <a:p>
            <a:pPr>
              <a:defRPr/>
            </a:pPr>
            <a:endParaRPr lang="en-AU" dirty="0"/>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Text Placeholder 6">
            <a:extLst>
              <a:ext uri="{FF2B5EF4-FFF2-40B4-BE49-F238E27FC236}">
                <a16:creationId xmlns:a16="http://schemas.microsoft.com/office/drawing/2014/main" id="{531F7307-3C86-A615-1C2F-8D478EE82FB9}"/>
              </a:ext>
            </a:extLst>
          </p:cNvPr>
          <p:cNvSpPr>
            <a:spLocks noGrp="1"/>
          </p:cNvSpPr>
          <p:nvPr>
            <p:ph type="body" sz="quarter" idx="13"/>
          </p:nvPr>
        </p:nvSpPr>
        <p:spPr>
          <a:xfrm>
            <a:off x="1924051" y="488950"/>
            <a:ext cx="6092825" cy="496888"/>
          </a:xfrm>
        </p:spPr>
        <p:txBody>
          <a:bodyPr rtlCol="0">
            <a:normAutofit fontScale="92500"/>
          </a:bodyPr>
          <a:lstStyle/>
          <a:p>
            <a:pPr>
              <a:defRPr/>
            </a:pPr>
            <a:r>
              <a:rPr lang="en-US" altLang="en-US" sz="3600" dirty="0">
                <a:solidFill>
                  <a:schemeClr val="accent1"/>
                </a:solidFill>
                <a:latin typeface="+mj-lt"/>
                <a:ea typeface="+mj-ea"/>
                <a:cs typeface="+mj-cs"/>
              </a:rPr>
              <a:t>Nazi Medical Experiments WW2</a:t>
            </a:r>
            <a:endParaRPr lang="en-AU" altLang="en-US" sz="3600" dirty="0">
              <a:solidFill>
                <a:schemeClr val="accent1"/>
              </a:solidFill>
              <a:latin typeface="+mj-lt"/>
              <a:ea typeface="+mj-ea"/>
              <a:cs typeface="+mj-cs"/>
            </a:endParaRPr>
          </a:p>
        </p:txBody>
      </p:sp>
      <p:pic>
        <p:nvPicPr>
          <p:cNvPr id="31747" name="Picture 7">
            <a:extLst>
              <a:ext uri="{FF2B5EF4-FFF2-40B4-BE49-F238E27FC236}">
                <a16:creationId xmlns:a16="http://schemas.microsoft.com/office/drawing/2014/main" id="{3B014249-AB5B-CF5D-887D-3FAACBAEC46E}"/>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236662" y="1180116"/>
            <a:ext cx="3254375" cy="233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1748" name="Picture 10">
            <a:extLst>
              <a:ext uri="{FF2B5EF4-FFF2-40B4-BE49-F238E27FC236}">
                <a16:creationId xmlns:a16="http://schemas.microsoft.com/office/drawing/2014/main" id="{96BA7DDF-1C4E-5384-AB4E-7E5B15E24CB8}"/>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6143625" y="2592388"/>
            <a:ext cx="1962150" cy="2762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1749" name="Picture 9">
            <a:extLst>
              <a:ext uri="{FF2B5EF4-FFF2-40B4-BE49-F238E27FC236}">
                <a16:creationId xmlns:a16="http://schemas.microsoft.com/office/drawing/2014/main" id="{DA5FD977-5A05-5E59-AC98-F6F65F416B30}"/>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5689465" y="3913189"/>
            <a:ext cx="2644775" cy="2101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1750" name="Picture 11">
            <a:extLst>
              <a:ext uri="{FF2B5EF4-FFF2-40B4-BE49-F238E27FC236}">
                <a16:creationId xmlns:a16="http://schemas.microsoft.com/office/drawing/2014/main" id="{F0C5EB31-5709-65B2-390E-86C36CD2244E}"/>
              </a:ext>
            </a:extLst>
          </p:cNvPr>
          <p:cNvPicPr>
            <a:picLocks noChangeAspect="1"/>
          </p:cNvPicPr>
          <p:nvPr/>
        </p:nvPicPr>
        <p:blipFill>
          <a:blip r:embed="rId5">
            <a:extLst>
              <a:ext uri="{28A0092B-C50C-407E-A947-70E740481C1C}">
                <a14:useLocalDpi xmlns:a14="http://schemas.microsoft.com/office/drawing/2010/main" val="0"/>
              </a:ext>
            </a:extLst>
          </a:blip>
          <a:srcRect/>
          <a:stretch>
            <a:fillRect/>
          </a:stretch>
        </p:blipFill>
        <p:spPr bwMode="auto">
          <a:xfrm>
            <a:off x="1383508" y="3515328"/>
            <a:ext cx="3705225" cy="2082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1751" name="Picture 12">
            <a:extLst>
              <a:ext uri="{FF2B5EF4-FFF2-40B4-BE49-F238E27FC236}">
                <a16:creationId xmlns:a16="http://schemas.microsoft.com/office/drawing/2014/main" id="{8C185A81-4E78-B4F4-A917-6ED1E5C6A3A0}"/>
              </a:ext>
            </a:extLst>
          </p:cNvPr>
          <p:cNvPicPr>
            <a:picLocks noChangeAspect="1"/>
          </p:cNvPicPr>
          <p:nvPr/>
        </p:nvPicPr>
        <p:blipFill>
          <a:blip r:embed="rId6">
            <a:extLst>
              <a:ext uri="{28A0092B-C50C-407E-A947-70E740481C1C}">
                <a14:useLocalDpi xmlns:a14="http://schemas.microsoft.com/office/drawing/2010/main" val="0"/>
              </a:ext>
            </a:extLst>
          </a:blip>
          <a:srcRect/>
          <a:stretch>
            <a:fillRect/>
          </a:stretch>
        </p:blipFill>
        <p:spPr bwMode="auto">
          <a:xfrm>
            <a:off x="8053606" y="2944811"/>
            <a:ext cx="1785938" cy="236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1752" name="Picture 13">
            <a:extLst>
              <a:ext uri="{FF2B5EF4-FFF2-40B4-BE49-F238E27FC236}">
                <a16:creationId xmlns:a16="http://schemas.microsoft.com/office/drawing/2014/main" id="{2F2A94B1-D5D5-172A-03D9-0CE54D37D62A}"/>
              </a:ext>
            </a:extLst>
          </p:cNvPr>
          <p:cNvPicPr>
            <a:picLocks noChangeAspect="1"/>
          </p:cNvPicPr>
          <p:nvPr/>
        </p:nvPicPr>
        <p:blipFill>
          <a:blip r:embed="rId7">
            <a:extLst>
              <a:ext uri="{28A0092B-C50C-407E-A947-70E740481C1C}">
                <a14:useLocalDpi xmlns:a14="http://schemas.microsoft.com/office/drawing/2010/main" val="0"/>
              </a:ext>
            </a:extLst>
          </a:blip>
          <a:srcRect/>
          <a:stretch>
            <a:fillRect/>
          </a:stretch>
        </p:blipFill>
        <p:spPr bwMode="auto">
          <a:xfrm>
            <a:off x="4345808" y="1010444"/>
            <a:ext cx="1974850" cy="3030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1753" name="Picture 14">
            <a:extLst>
              <a:ext uri="{FF2B5EF4-FFF2-40B4-BE49-F238E27FC236}">
                <a16:creationId xmlns:a16="http://schemas.microsoft.com/office/drawing/2014/main" id="{8C78C89A-6A4A-1656-969F-72B0E7430EE7}"/>
              </a:ext>
            </a:extLst>
          </p:cNvPr>
          <p:cNvPicPr>
            <a:picLocks noChangeAspect="1"/>
          </p:cNvPicPr>
          <p:nvPr/>
        </p:nvPicPr>
        <p:blipFill>
          <a:blip r:embed="rId8">
            <a:extLst>
              <a:ext uri="{28A0092B-C50C-407E-A947-70E740481C1C}">
                <a14:useLocalDpi xmlns:a14="http://schemas.microsoft.com/office/drawing/2010/main" val="0"/>
              </a:ext>
            </a:extLst>
          </a:blip>
          <a:srcRect/>
          <a:stretch>
            <a:fillRect/>
          </a:stretch>
        </p:blipFill>
        <p:spPr bwMode="auto">
          <a:xfrm>
            <a:off x="3680700" y="3317684"/>
            <a:ext cx="2230437" cy="1785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1754" name="Picture 15">
            <a:extLst>
              <a:ext uri="{FF2B5EF4-FFF2-40B4-BE49-F238E27FC236}">
                <a16:creationId xmlns:a16="http://schemas.microsoft.com/office/drawing/2014/main" id="{67DF199D-42C0-6310-C211-ABEE3245B089}"/>
              </a:ext>
            </a:extLst>
          </p:cNvPr>
          <p:cNvPicPr>
            <a:picLocks noChangeAspect="1"/>
          </p:cNvPicPr>
          <p:nvPr/>
        </p:nvPicPr>
        <p:blipFill>
          <a:blip r:embed="rId9">
            <a:extLst>
              <a:ext uri="{28A0092B-C50C-407E-A947-70E740481C1C}">
                <a14:useLocalDpi xmlns:a14="http://schemas.microsoft.com/office/drawing/2010/main" val="0"/>
              </a:ext>
            </a:extLst>
          </a:blip>
          <a:srcRect/>
          <a:stretch>
            <a:fillRect/>
          </a:stretch>
        </p:blipFill>
        <p:spPr bwMode="auto">
          <a:xfrm>
            <a:off x="6227763" y="1180116"/>
            <a:ext cx="3578225" cy="18684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Footer Placeholder 1">
            <a:extLst>
              <a:ext uri="{FF2B5EF4-FFF2-40B4-BE49-F238E27FC236}">
                <a16:creationId xmlns:a16="http://schemas.microsoft.com/office/drawing/2014/main" id="{139113F0-0491-7801-9676-E2A00C2FFB90}"/>
              </a:ext>
            </a:extLst>
          </p:cNvPr>
          <p:cNvSpPr>
            <a:spLocks noGrp="1"/>
          </p:cNvSpPr>
          <p:nvPr>
            <p:ph type="ftr" sz="quarter" idx="15"/>
          </p:nvPr>
        </p:nvSpPr>
        <p:spPr/>
        <p:txBody>
          <a:bodyPr/>
          <a:lstStyle/>
          <a:p>
            <a:pPr>
              <a:defRPr/>
            </a:pPr>
            <a:endParaRPr lang="en-US" dirty="0"/>
          </a:p>
        </p:txBody>
      </p:sp>
      <p:sp>
        <p:nvSpPr>
          <p:cNvPr id="31756" name="Slide Number Placeholder 2">
            <a:extLst>
              <a:ext uri="{FF2B5EF4-FFF2-40B4-BE49-F238E27FC236}">
                <a16:creationId xmlns:a16="http://schemas.microsoft.com/office/drawing/2014/main" id="{96ECF9EA-AFE0-3A6A-30E6-E69A0964E6AD}"/>
              </a:ext>
            </a:extLst>
          </p:cNvPr>
          <p:cNvSpPr>
            <a:spLocks noGrp="1"/>
          </p:cNvSpPr>
          <p:nvPr>
            <p:ph type="sldNum" sz="quarter" idx="16"/>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ts val="1000"/>
              </a:spcBef>
              <a:buClr>
                <a:schemeClr val="accent1"/>
              </a:buClr>
              <a:buSzPct val="80000"/>
              <a:buFont typeface="Wingdings 3" panose="05040102010807070707" pitchFamily="18" charset="2"/>
              <a:buChar char=""/>
              <a:defRPr>
                <a:solidFill>
                  <a:srgbClr val="404040"/>
                </a:solidFill>
                <a:latin typeface="Trebuchet MS" panose="020B0603020202020204" pitchFamily="34" charset="0"/>
              </a:defRPr>
            </a:lvl1pPr>
            <a:lvl2pPr marL="742950" indent="-285750">
              <a:spcBef>
                <a:spcPts val="1000"/>
              </a:spcBef>
              <a:buClr>
                <a:schemeClr val="accent1"/>
              </a:buClr>
              <a:buSzPct val="80000"/>
              <a:buFont typeface="Wingdings 3" panose="05040102010807070707" pitchFamily="18" charset="2"/>
              <a:buChar char=""/>
              <a:defRPr sz="1600">
                <a:solidFill>
                  <a:srgbClr val="404040"/>
                </a:solidFill>
                <a:latin typeface="Trebuchet MS" panose="020B0603020202020204" pitchFamily="34" charset="0"/>
              </a:defRPr>
            </a:lvl2pPr>
            <a:lvl3pPr marL="1143000" indent="-228600">
              <a:spcBef>
                <a:spcPts val="1000"/>
              </a:spcBef>
              <a:buClr>
                <a:schemeClr val="accent1"/>
              </a:buClr>
              <a:buSzPct val="80000"/>
              <a:buFont typeface="Wingdings 3" panose="05040102010807070707" pitchFamily="18" charset="2"/>
              <a:buChar char=""/>
              <a:defRPr sz="1400">
                <a:solidFill>
                  <a:srgbClr val="404040"/>
                </a:solidFill>
                <a:latin typeface="Trebuchet MS" panose="020B0603020202020204" pitchFamily="34" charset="0"/>
              </a:defRPr>
            </a:lvl3pPr>
            <a:lvl4pPr marL="1600200" indent="-228600">
              <a:spcBef>
                <a:spcPts val="1000"/>
              </a:spcBef>
              <a:buClr>
                <a:schemeClr val="accent1"/>
              </a:buClr>
              <a:buSzPct val="80000"/>
              <a:buFont typeface="Wingdings 3" panose="05040102010807070707" pitchFamily="18" charset="2"/>
              <a:buChar char=""/>
              <a:defRPr sz="1200">
                <a:solidFill>
                  <a:srgbClr val="404040"/>
                </a:solidFill>
                <a:latin typeface="Trebuchet MS" panose="020B0603020202020204" pitchFamily="34" charset="0"/>
              </a:defRPr>
            </a:lvl4pPr>
            <a:lvl5pPr marL="2057400" indent="-228600">
              <a:spcBef>
                <a:spcPts val="1000"/>
              </a:spcBef>
              <a:buClr>
                <a:schemeClr val="accent1"/>
              </a:buClr>
              <a:buSzPct val="80000"/>
              <a:buFont typeface="Wingdings 3" panose="05040102010807070707" pitchFamily="18" charset="2"/>
              <a:buChar char=""/>
              <a:defRPr sz="1200">
                <a:solidFill>
                  <a:srgbClr val="404040"/>
                </a:solidFill>
                <a:latin typeface="Trebuchet MS" panose="020B0603020202020204" pitchFamily="34" charset="0"/>
              </a:defRPr>
            </a:lvl5pPr>
            <a:lvl6pPr marL="2514600" indent="-228600" defTabSz="457200" eaLnBrk="0" fontAlgn="base" hangingPunct="0">
              <a:spcBef>
                <a:spcPts val="1000"/>
              </a:spcBef>
              <a:spcAft>
                <a:spcPct val="0"/>
              </a:spcAft>
              <a:buClr>
                <a:schemeClr val="accent1"/>
              </a:buClr>
              <a:buSzPct val="80000"/>
              <a:buFont typeface="Wingdings 3" panose="05040102010807070707" pitchFamily="18" charset="2"/>
              <a:buChar char=""/>
              <a:defRPr sz="1200">
                <a:solidFill>
                  <a:srgbClr val="404040"/>
                </a:solidFill>
                <a:latin typeface="Trebuchet MS" panose="020B0603020202020204" pitchFamily="34" charset="0"/>
              </a:defRPr>
            </a:lvl6pPr>
            <a:lvl7pPr marL="2971800" indent="-228600" defTabSz="457200" eaLnBrk="0" fontAlgn="base" hangingPunct="0">
              <a:spcBef>
                <a:spcPts val="1000"/>
              </a:spcBef>
              <a:spcAft>
                <a:spcPct val="0"/>
              </a:spcAft>
              <a:buClr>
                <a:schemeClr val="accent1"/>
              </a:buClr>
              <a:buSzPct val="80000"/>
              <a:buFont typeface="Wingdings 3" panose="05040102010807070707" pitchFamily="18" charset="2"/>
              <a:buChar char=""/>
              <a:defRPr sz="1200">
                <a:solidFill>
                  <a:srgbClr val="404040"/>
                </a:solidFill>
                <a:latin typeface="Trebuchet MS" panose="020B0603020202020204" pitchFamily="34" charset="0"/>
              </a:defRPr>
            </a:lvl7pPr>
            <a:lvl8pPr marL="3429000" indent="-228600" defTabSz="457200" eaLnBrk="0" fontAlgn="base" hangingPunct="0">
              <a:spcBef>
                <a:spcPts val="1000"/>
              </a:spcBef>
              <a:spcAft>
                <a:spcPct val="0"/>
              </a:spcAft>
              <a:buClr>
                <a:schemeClr val="accent1"/>
              </a:buClr>
              <a:buSzPct val="80000"/>
              <a:buFont typeface="Wingdings 3" panose="05040102010807070707" pitchFamily="18" charset="2"/>
              <a:buChar char=""/>
              <a:defRPr sz="1200">
                <a:solidFill>
                  <a:srgbClr val="404040"/>
                </a:solidFill>
                <a:latin typeface="Trebuchet MS" panose="020B0603020202020204" pitchFamily="34" charset="0"/>
              </a:defRPr>
            </a:lvl8pPr>
            <a:lvl9pPr marL="3886200" indent="-228600" defTabSz="457200" eaLnBrk="0" fontAlgn="base" hangingPunct="0">
              <a:spcBef>
                <a:spcPts val="1000"/>
              </a:spcBef>
              <a:spcAft>
                <a:spcPct val="0"/>
              </a:spcAft>
              <a:buClr>
                <a:schemeClr val="accent1"/>
              </a:buClr>
              <a:buSzPct val="80000"/>
              <a:buFont typeface="Wingdings 3" panose="05040102010807070707" pitchFamily="18" charset="2"/>
              <a:buChar char=""/>
              <a:defRPr sz="1200">
                <a:solidFill>
                  <a:srgbClr val="404040"/>
                </a:solidFill>
                <a:latin typeface="Trebuchet MS" panose="020B0603020202020204" pitchFamily="34" charset="0"/>
              </a:defRPr>
            </a:lvl9pPr>
          </a:lstStyle>
          <a:p>
            <a:pPr>
              <a:spcBef>
                <a:spcPct val="0"/>
              </a:spcBef>
              <a:buClrTx/>
              <a:buSzTx/>
              <a:buFontTx/>
              <a:buNone/>
            </a:pPr>
            <a:fld id="{B28E7C4C-4C4F-403F-A8B9-1CCB1669D995}" type="slidenum">
              <a:rPr lang="en-US" altLang="en-US" smtClean="0">
                <a:solidFill>
                  <a:schemeClr val="accent1"/>
                </a:solidFill>
                <a:latin typeface="Arial" panose="020B0604020202020204" pitchFamily="34" charset="0"/>
              </a:rPr>
              <a:pPr>
                <a:spcBef>
                  <a:spcPct val="0"/>
                </a:spcBef>
                <a:buClrTx/>
                <a:buSzTx/>
                <a:buFontTx/>
                <a:buNone/>
              </a:pPr>
              <a:t>4</a:t>
            </a:fld>
            <a:endParaRPr lang="en-US" altLang="en-US">
              <a:solidFill>
                <a:schemeClr val="accent1"/>
              </a:solidFill>
              <a:latin typeface="Arial" panose="020B0604020202020204" pitchFamily="34" charset="0"/>
            </a:endParaRPr>
          </a:p>
        </p:txBody>
      </p:sp>
    </p:spTree>
  </p:cSld>
  <p:clrMapOvr>
    <a:masterClrMapping/>
  </p:clrMapOvr>
  <p:transition spd="slow"/>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Text Placeholder 3">
            <a:extLst>
              <a:ext uri="{FF2B5EF4-FFF2-40B4-BE49-F238E27FC236}">
                <a16:creationId xmlns:a16="http://schemas.microsoft.com/office/drawing/2014/main" id="{7DBFC196-6329-A85A-E82D-C6CE820069C7}"/>
              </a:ext>
            </a:extLst>
          </p:cNvPr>
          <p:cNvSpPr>
            <a:spLocks noGrp="1"/>
          </p:cNvSpPr>
          <p:nvPr>
            <p:ph type="body" sz="quarter" idx="13"/>
          </p:nvPr>
        </p:nvSpPr>
        <p:spPr>
          <a:xfrm>
            <a:off x="1985963" y="574675"/>
            <a:ext cx="6081712" cy="496888"/>
          </a:xfrm>
        </p:spPr>
        <p:txBody>
          <a:bodyPr rtlCol="0">
            <a:normAutofit/>
          </a:bodyPr>
          <a:lstStyle/>
          <a:p>
            <a:pPr>
              <a:defRPr/>
            </a:pPr>
            <a:r>
              <a:rPr lang="en-US" altLang="en-US" sz="3300" dirty="0">
                <a:solidFill>
                  <a:schemeClr val="accent1"/>
                </a:solidFill>
                <a:latin typeface="Playfair Display"/>
                <a:ea typeface="ＭＳ Ｐゴシック" panose="020B0600070205080204" pitchFamily="34" charset="-128"/>
              </a:rPr>
              <a:t>Nuremberg Doctors’ Trial</a:t>
            </a:r>
            <a:endParaRPr lang="en-AU" altLang="en-US" sz="3300" dirty="0">
              <a:solidFill>
                <a:schemeClr val="accent1"/>
              </a:solidFill>
              <a:latin typeface="Playfair Display"/>
              <a:ea typeface="ＭＳ Ｐゴシック" panose="020B0600070205080204" pitchFamily="34" charset="-128"/>
            </a:endParaRPr>
          </a:p>
        </p:txBody>
      </p:sp>
      <p:pic>
        <p:nvPicPr>
          <p:cNvPr id="32771" name="Picture 4">
            <a:extLst>
              <a:ext uri="{FF2B5EF4-FFF2-40B4-BE49-F238E27FC236}">
                <a16:creationId xmlns:a16="http://schemas.microsoft.com/office/drawing/2014/main" id="{E89173A7-2012-7D4C-8CD6-EB1DDD6CA03E}"/>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2500313" y="1384300"/>
            <a:ext cx="5645150" cy="4211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Footer Placeholder 1">
            <a:extLst>
              <a:ext uri="{FF2B5EF4-FFF2-40B4-BE49-F238E27FC236}">
                <a16:creationId xmlns:a16="http://schemas.microsoft.com/office/drawing/2014/main" id="{8D6A173A-4A59-42EB-8B57-B89415C3F1E5}"/>
              </a:ext>
            </a:extLst>
          </p:cNvPr>
          <p:cNvSpPr>
            <a:spLocks noGrp="1"/>
          </p:cNvSpPr>
          <p:nvPr>
            <p:ph type="ftr" sz="quarter" idx="15"/>
          </p:nvPr>
        </p:nvSpPr>
        <p:spPr>
          <a:xfrm>
            <a:off x="2133600" y="6292851"/>
            <a:ext cx="4622800" cy="365125"/>
          </a:xfrm>
        </p:spPr>
        <p:txBody>
          <a:bodyPr/>
          <a:lstStyle/>
          <a:p>
            <a:pPr>
              <a:defRPr/>
            </a:pPr>
            <a:endParaRPr lang="en-US" dirty="0"/>
          </a:p>
        </p:txBody>
      </p:sp>
      <p:sp>
        <p:nvSpPr>
          <p:cNvPr id="32773" name="Slide Number Placeholder 2">
            <a:extLst>
              <a:ext uri="{FF2B5EF4-FFF2-40B4-BE49-F238E27FC236}">
                <a16:creationId xmlns:a16="http://schemas.microsoft.com/office/drawing/2014/main" id="{BD07610E-0FB5-FA01-FEAC-FC9C4BC9A509}"/>
              </a:ext>
            </a:extLst>
          </p:cNvPr>
          <p:cNvSpPr>
            <a:spLocks noGrp="1"/>
          </p:cNvSpPr>
          <p:nvPr>
            <p:ph type="sldNum" sz="quarter" idx="16"/>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ts val="1000"/>
              </a:spcBef>
              <a:buClr>
                <a:schemeClr val="accent1"/>
              </a:buClr>
              <a:buSzPct val="80000"/>
              <a:buFont typeface="Wingdings 3" panose="05040102010807070707" pitchFamily="18" charset="2"/>
              <a:buChar char=""/>
              <a:defRPr>
                <a:solidFill>
                  <a:srgbClr val="404040"/>
                </a:solidFill>
                <a:latin typeface="Trebuchet MS" panose="020B0603020202020204" pitchFamily="34" charset="0"/>
              </a:defRPr>
            </a:lvl1pPr>
            <a:lvl2pPr marL="742950" indent="-285750">
              <a:spcBef>
                <a:spcPts val="1000"/>
              </a:spcBef>
              <a:buClr>
                <a:schemeClr val="accent1"/>
              </a:buClr>
              <a:buSzPct val="80000"/>
              <a:buFont typeface="Wingdings 3" panose="05040102010807070707" pitchFamily="18" charset="2"/>
              <a:buChar char=""/>
              <a:defRPr sz="1600">
                <a:solidFill>
                  <a:srgbClr val="404040"/>
                </a:solidFill>
                <a:latin typeface="Trebuchet MS" panose="020B0603020202020204" pitchFamily="34" charset="0"/>
              </a:defRPr>
            </a:lvl2pPr>
            <a:lvl3pPr marL="1143000" indent="-228600">
              <a:spcBef>
                <a:spcPts val="1000"/>
              </a:spcBef>
              <a:buClr>
                <a:schemeClr val="accent1"/>
              </a:buClr>
              <a:buSzPct val="80000"/>
              <a:buFont typeface="Wingdings 3" panose="05040102010807070707" pitchFamily="18" charset="2"/>
              <a:buChar char=""/>
              <a:defRPr sz="1400">
                <a:solidFill>
                  <a:srgbClr val="404040"/>
                </a:solidFill>
                <a:latin typeface="Trebuchet MS" panose="020B0603020202020204" pitchFamily="34" charset="0"/>
              </a:defRPr>
            </a:lvl3pPr>
            <a:lvl4pPr marL="1600200" indent="-228600">
              <a:spcBef>
                <a:spcPts val="1000"/>
              </a:spcBef>
              <a:buClr>
                <a:schemeClr val="accent1"/>
              </a:buClr>
              <a:buSzPct val="80000"/>
              <a:buFont typeface="Wingdings 3" panose="05040102010807070707" pitchFamily="18" charset="2"/>
              <a:buChar char=""/>
              <a:defRPr sz="1200">
                <a:solidFill>
                  <a:srgbClr val="404040"/>
                </a:solidFill>
                <a:latin typeface="Trebuchet MS" panose="020B0603020202020204" pitchFamily="34" charset="0"/>
              </a:defRPr>
            </a:lvl4pPr>
            <a:lvl5pPr marL="2057400" indent="-228600">
              <a:spcBef>
                <a:spcPts val="1000"/>
              </a:spcBef>
              <a:buClr>
                <a:schemeClr val="accent1"/>
              </a:buClr>
              <a:buSzPct val="80000"/>
              <a:buFont typeface="Wingdings 3" panose="05040102010807070707" pitchFamily="18" charset="2"/>
              <a:buChar char=""/>
              <a:defRPr sz="1200">
                <a:solidFill>
                  <a:srgbClr val="404040"/>
                </a:solidFill>
                <a:latin typeface="Trebuchet MS" panose="020B0603020202020204" pitchFamily="34" charset="0"/>
              </a:defRPr>
            </a:lvl5pPr>
            <a:lvl6pPr marL="2514600" indent="-228600" defTabSz="457200" eaLnBrk="0" fontAlgn="base" hangingPunct="0">
              <a:spcBef>
                <a:spcPts val="1000"/>
              </a:spcBef>
              <a:spcAft>
                <a:spcPct val="0"/>
              </a:spcAft>
              <a:buClr>
                <a:schemeClr val="accent1"/>
              </a:buClr>
              <a:buSzPct val="80000"/>
              <a:buFont typeface="Wingdings 3" panose="05040102010807070707" pitchFamily="18" charset="2"/>
              <a:buChar char=""/>
              <a:defRPr sz="1200">
                <a:solidFill>
                  <a:srgbClr val="404040"/>
                </a:solidFill>
                <a:latin typeface="Trebuchet MS" panose="020B0603020202020204" pitchFamily="34" charset="0"/>
              </a:defRPr>
            </a:lvl6pPr>
            <a:lvl7pPr marL="2971800" indent="-228600" defTabSz="457200" eaLnBrk="0" fontAlgn="base" hangingPunct="0">
              <a:spcBef>
                <a:spcPts val="1000"/>
              </a:spcBef>
              <a:spcAft>
                <a:spcPct val="0"/>
              </a:spcAft>
              <a:buClr>
                <a:schemeClr val="accent1"/>
              </a:buClr>
              <a:buSzPct val="80000"/>
              <a:buFont typeface="Wingdings 3" panose="05040102010807070707" pitchFamily="18" charset="2"/>
              <a:buChar char=""/>
              <a:defRPr sz="1200">
                <a:solidFill>
                  <a:srgbClr val="404040"/>
                </a:solidFill>
                <a:latin typeface="Trebuchet MS" panose="020B0603020202020204" pitchFamily="34" charset="0"/>
              </a:defRPr>
            </a:lvl7pPr>
            <a:lvl8pPr marL="3429000" indent="-228600" defTabSz="457200" eaLnBrk="0" fontAlgn="base" hangingPunct="0">
              <a:spcBef>
                <a:spcPts val="1000"/>
              </a:spcBef>
              <a:spcAft>
                <a:spcPct val="0"/>
              </a:spcAft>
              <a:buClr>
                <a:schemeClr val="accent1"/>
              </a:buClr>
              <a:buSzPct val="80000"/>
              <a:buFont typeface="Wingdings 3" panose="05040102010807070707" pitchFamily="18" charset="2"/>
              <a:buChar char=""/>
              <a:defRPr sz="1200">
                <a:solidFill>
                  <a:srgbClr val="404040"/>
                </a:solidFill>
                <a:latin typeface="Trebuchet MS" panose="020B0603020202020204" pitchFamily="34" charset="0"/>
              </a:defRPr>
            </a:lvl8pPr>
            <a:lvl9pPr marL="3886200" indent="-228600" defTabSz="457200" eaLnBrk="0" fontAlgn="base" hangingPunct="0">
              <a:spcBef>
                <a:spcPts val="1000"/>
              </a:spcBef>
              <a:spcAft>
                <a:spcPct val="0"/>
              </a:spcAft>
              <a:buClr>
                <a:schemeClr val="accent1"/>
              </a:buClr>
              <a:buSzPct val="80000"/>
              <a:buFont typeface="Wingdings 3" panose="05040102010807070707" pitchFamily="18" charset="2"/>
              <a:buChar char=""/>
              <a:defRPr sz="1200">
                <a:solidFill>
                  <a:srgbClr val="404040"/>
                </a:solidFill>
                <a:latin typeface="Trebuchet MS" panose="020B0603020202020204" pitchFamily="34" charset="0"/>
              </a:defRPr>
            </a:lvl9pPr>
          </a:lstStyle>
          <a:p>
            <a:pPr>
              <a:spcBef>
                <a:spcPct val="0"/>
              </a:spcBef>
              <a:buClrTx/>
              <a:buSzTx/>
              <a:buFontTx/>
              <a:buNone/>
            </a:pPr>
            <a:fld id="{5E467CA5-C833-47EB-8928-B42F24D3E147}" type="slidenum">
              <a:rPr lang="en-US" altLang="en-US" smtClean="0">
                <a:solidFill>
                  <a:schemeClr val="accent1"/>
                </a:solidFill>
                <a:latin typeface="Arial" panose="020B0604020202020204" pitchFamily="34" charset="0"/>
              </a:rPr>
              <a:pPr>
                <a:spcBef>
                  <a:spcPct val="0"/>
                </a:spcBef>
                <a:buClrTx/>
                <a:buSzTx/>
                <a:buFontTx/>
                <a:buNone/>
              </a:pPr>
              <a:t>5</a:t>
            </a:fld>
            <a:endParaRPr lang="en-US" altLang="en-US">
              <a:solidFill>
                <a:schemeClr val="accent1"/>
              </a:solidFill>
              <a:latin typeface="Arial" panose="020B0604020202020204" pitchFamily="34" charset="0"/>
            </a:endParaRPr>
          </a:p>
        </p:txBody>
      </p:sp>
    </p:spTree>
  </p:cSld>
  <p:clrMapOvr>
    <a:masterClrMapping/>
  </p:clrMapOvr>
  <p:transition spd="slow"/>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3794" name="Picture 5">
            <a:extLst>
              <a:ext uri="{FF2B5EF4-FFF2-40B4-BE49-F238E27FC236}">
                <a16:creationId xmlns:a16="http://schemas.microsoft.com/office/drawing/2014/main" id="{FD027602-F439-559B-2EE6-0332083B9893}"/>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831976" y="541339"/>
            <a:ext cx="6823075" cy="55213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Footer Placeholder 1">
            <a:extLst>
              <a:ext uri="{FF2B5EF4-FFF2-40B4-BE49-F238E27FC236}">
                <a16:creationId xmlns:a16="http://schemas.microsoft.com/office/drawing/2014/main" id="{597B38A7-3E50-19BA-8ABF-F61BB99F25F6}"/>
              </a:ext>
            </a:extLst>
          </p:cNvPr>
          <p:cNvSpPr>
            <a:spLocks noGrp="1"/>
          </p:cNvSpPr>
          <p:nvPr>
            <p:ph type="ftr" sz="quarter" idx="15"/>
          </p:nvPr>
        </p:nvSpPr>
        <p:spPr>
          <a:xfrm>
            <a:off x="2133600" y="6292851"/>
            <a:ext cx="4622800" cy="365125"/>
          </a:xfrm>
        </p:spPr>
        <p:txBody>
          <a:bodyPr/>
          <a:lstStyle/>
          <a:p>
            <a:pPr>
              <a:defRPr/>
            </a:pPr>
            <a:endParaRPr lang="en-US" dirty="0"/>
          </a:p>
        </p:txBody>
      </p:sp>
      <p:sp>
        <p:nvSpPr>
          <p:cNvPr id="33796" name="Slide Number Placeholder 2">
            <a:extLst>
              <a:ext uri="{FF2B5EF4-FFF2-40B4-BE49-F238E27FC236}">
                <a16:creationId xmlns:a16="http://schemas.microsoft.com/office/drawing/2014/main" id="{8F089939-4D57-912E-098C-E0266D2C9559}"/>
              </a:ext>
            </a:extLst>
          </p:cNvPr>
          <p:cNvSpPr>
            <a:spLocks noGrp="1"/>
          </p:cNvSpPr>
          <p:nvPr>
            <p:ph type="sldNum" sz="quarter" idx="16"/>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ts val="1000"/>
              </a:spcBef>
              <a:buClr>
                <a:schemeClr val="accent1"/>
              </a:buClr>
              <a:buSzPct val="80000"/>
              <a:buFont typeface="Wingdings 3" panose="05040102010807070707" pitchFamily="18" charset="2"/>
              <a:buChar char=""/>
              <a:defRPr>
                <a:solidFill>
                  <a:srgbClr val="404040"/>
                </a:solidFill>
                <a:latin typeface="Trebuchet MS" panose="020B0603020202020204" pitchFamily="34" charset="0"/>
              </a:defRPr>
            </a:lvl1pPr>
            <a:lvl2pPr marL="742950" indent="-285750">
              <a:spcBef>
                <a:spcPts val="1000"/>
              </a:spcBef>
              <a:buClr>
                <a:schemeClr val="accent1"/>
              </a:buClr>
              <a:buSzPct val="80000"/>
              <a:buFont typeface="Wingdings 3" panose="05040102010807070707" pitchFamily="18" charset="2"/>
              <a:buChar char=""/>
              <a:defRPr sz="1600">
                <a:solidFill>
                  <a:srgbClr val="404040"/>
                </a:solidFill>
                <a:latin typeface="Trebuchet MS" panose="020B0603020202020204" pitchFamily="34" charset="0"/>
              </a:defRPr>
            </a:lvl2pPr>
            <a:lvl3pPr marL="1143000" indent="-228600">
              <a:spcBef>
                <a:spcPts val="1000"/>
              </a:spcBef>
              <a:buClr>
                <a:schemeClr val="accent1"/>
              </a:buClr>
              <a:buSzPct val="80000"/>
              <a:buFont typeface="Wingdings 3" panose="05040102010807070707" pitchFamily="18" charset="2"/>
              <a:buChar char=""/>
              <a:defRPr sz="1400">
                <a:solidFill>
                  <a:srgbClr val="404040"/>
                </a:solidFill>
                <a:latin typeface="Trebuchet MS" panose="020B0603020202020204" pitchFamily="34" charset="0"/>
              </a:defRPr>
            </a:lvl3pPr>
            <a:lvl4pPr marL="1600200" indent="-228600">
              <a:spcBef>
                <a:spcPts val="1000"/>
              </a:spcBef>
              <a:buClr>
                <a:schemeClr val="accent1"/>
              </a:buClr>
              <a:buSzPct val="80000"/>
              <a:buFont typeface="Wingdings 3" panose="05040102010807070707" pitchFamily="18" charset="2"/>
              <a:buChar char=""/>
              <a:defRPr sz="1200">
                <a:solidFill>
                  <a:srgbClr val="404040"/>
                </a:solidFill>
                <a:latin typeface="Trebuchet MS" panose="020B0603020202020204" pitchFamily="34" charset="0"/>
              </a:defRPr>
            </a:lvl4pPr>
            <a:lvl5pPr marL="2057400" indent="-228600">
              <a:spcBef>
                <a:spcPts val="1000"/>
              </a:spcBef>
              <a:buClr>
                <a:schemeClr val="accent1"/>
              </a:buClr>
              <a:buSzPct val="80000"/>
              <a:buFont typeface="Wingdings 3" panose="05040102010807070707" pitchFamily="18" charset="2"/>
              <a:buChar char=""/>
              <a:defRPr sz="1200">
                <a:solidFill>
                  <a:srgbClr val="404040"/>
                </a:solidFill>
                <a:latin typeface="Trebuchet MS" panose="020B0603020202020204" pitchFamily="34" charset="0"/>
              </a:defRPr>
            </a:lvl5pPr>
            <a:lvl6pPr marL="2514600" indent="-228600" defTabSz="457200" eaLnBrk="0" fontAlgn="base" hangingPunct="0">
              <a:spcBef>
                <a:spcPts val="1000"/>
              </a:spcBef>
              <a:spcAft>
                <a:spcPct val="0"/>
              </a:spcAft>
              <a:buClr>
                <a:schemeClr val="accent1"/>
              </a:buClr>
              <a:buSzPct val="80000"/>
              <a:buFont typeface="Wingdings 3" panose="05040102010807070707" pitchFamily="18" charset="2"/>
              <a:buChar char=""/>
              <a:defRPr sz="1200">
                <a:solidFill>
                  <a:srgbClr val="404040"/>
                </a:solidFill>
                <a:latin typeface="Trebuchet MS" panose="020B0603020202020204" pitchFamily="34" charset="0"/>
              </a:defRPr>
            </a:lvl6pPr>
            <a:lvl7pPr marL="2971800" indent="-228600" defTabSz="457200" eaLnBrk="0" fontAlgn="base" hangingPunct="0">
              <a:spcBef>
                <a:spcPts val="1000"/>
              </a:spcBef>
              <a:spcAft>
                <a:spcPct val="0"/>
              </a:spcAft>
              <a:buClr>
                <a:schemeClr val="accent1"/>
              </a:buClr>
              <a:buSzPct val="80000"/>
              <a:buFont typeface="Wingdings 3" panose="05040102010807070707" pitchFamily="18" charset="2"/>
              <a:buChar char=""/>
              <a:defRPr sz="1200">
                <a:solidFill>
                  <a:srgbClr val="404040"/>
                </a:solidFill>
                <a:latin typeface="Trebuchet MS" panose="020B0603020202020204" pitchFamily="34" charset="0"/>
              </a:defRPr>
            </a:lvl7pPr>
            <a:lvl8pPr marL="3429000" indent="-228600" defTabSz="457200" eaLnBrk="0" fontAlgn="base" hangingPunct="0">
              <a:spcBef>
                <a:spcPts val="1000"/>
              </a:spcBef>
              <a:spcAft>
                <a:spcPct val="0"/>
              </a:spcAft>
              <a:buClr>
                <a:schemeClr val="accent1"/>
              </a:buClr>
              <a:buSzPct val="80000"/>
              <a:buFont typeface="Wingdings 3" panose="05040102010807070707" pitchFamily="18" charset="2"/>
              <a:buChar char=""/>
              <a:defRPr sz="1200">
                <a:solidFill>
                  <a:srgbClr val="404040"/>
                </a:solidFill>
                <a:latin typeface="Trebuchet MS" panose="020B0603020202020204" pitchFamily="34" charset="0"/>
              </a:defRPr>
            </a:lvl8pPr>
            <a:lvl9pPr marL="3886200" indent="-228600" defTabSz="457200" eaLnBrk="0" fontAlgn="base" hangingPunct="0">
              <a:spcBef>
                <a:spcPts val="1000"/>
              </a:spcBef>
              <a:spcAft>
                <a:spcPct val="0"/>
              </a:spcAft>
              <a:buClr>
                <a:schemeClr val="accent1"/>
              </a:buClr>
              <a:buSzPct val="80000"/>
              <a:buFont typeface="Wingdings 3" panose="05040102010807070707" pitchFamily="18" charset="2"/>
              <a:buChar char=""/>
              <a:defRPr sz="1200">
                <a:solidFill>
                  <a:srgbClr val="404040"/>
                </a:solidFill>
                <a:latin typeface="Trebuchet MS" panose="020B0603020202020204" pitchFamily="34" charset="0"/>
              </a:defRPr>
            </a:lvl9pPr>
          </a:lstStyle>
          <a:p>
            <a:pPr>
              <a:spcBef>
                <a:spcPct val="0"/>
              </a:spcBef>
              <a:buClrTx/>
              <a:buSzTx/>
              <a:buFontTx/>
              <a:buNone/>
            </a:pPr>
            <a:fld id="{07A56464-F08F-4873-93FD-2F8E818CA04D}" type="slidenum">
              <a:rPr lang="en-US" altLang="en-US" smtClean="0">
                <a:solidFill>
                  <a:schemeClr val="accent1"/>
                </a:solidFill>
                <a:latin typeface="Arial" panose="020B0604020202020204" pitchFamily="34" charset="0"/>
              </a:rPr>
              <a:pPr>
                <a:spcBef>
                  <a:spcPct val="0"/>
                </a:spcBef>
                <a:buClrTx/>
                <a:buSzTx/>
                <a:buFontTx/>
                <a:buNone/>
              </a:pPr>
              <a:t>6</a:t>
            </a:fld>
            <a:endParaRPr lang="en-US" altLang="en-US">
              <a:solidFill>
                <a:schemeClr val="accent1"/>
              </a:solidFill>
              <a:latin typeface="Arial" panose="020B0604020202020204" pitchFamily="34" charset="0"/>
            </a:endParaRPr>
          </a:p>
        </p:txBody>
      </p:sp>
    </p:spTree>
  </p:cSld>
  <p:clrMapOvr>
    <a:masterClrMapping/>
  </p:clrMapOvr>
  <p:transition spd="slow"/>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Title 3">
            <a:extLst>
              <a:ext uri="{FF2B5EF4-FFF2-40B4-BE49-F238E27FC236}">
                <a16:creationId xmlns:a16="http://schemas.microsoft.com/office/drawing/2014/main" id="{9D62D1A9-BE92-4253-CCAD-807002D74C5A}"/>
              </a:ext>
            </a:extLst>
          </p:cNvPr>
          <p:cNvSpPr>
            <a:spLocks noGrp="1"/>
          </p:cNvSpPr>
          <p:nvPr>
            <p:ph type="title"/>
          </p:nvPr>
        </p:nvSpPr>
        <p:spPr/>
        <p:txBody>
          <a:bodyPr/>
          <a:lstStyle/>
          <a:p>
            <a:pPr eaLnBrk="1" hangingPunct="1"/>
            <a:r>
              <a:rPr lang="en-US" altLang="en-US">
                <a:ea typeface="ＭＳ Ｐゴシック" panose="020B0600070205080204" pitchFamily="34" charset="-128"/>
              </a:rPr>
              <a:t>Human Ethics Guidelines</a:t>
            </a:r>
          </a:p>
        </p:txBody>
      </p:sp>
      <p:sp>
        <p:nvSpPr>
          <p:cNvPr id="24579" name="Content Placeholder 5">
            <a:extLst>
              <a:ext uri="{FF2B5EF4-FFF2-40B4-BE49-F238E27FC236}">
                <a16:creationId xmlns:a16="http://schemas.microsoft.com/office/drawing/2014/main" id="{51B02920-E4FF-84E9-F0BE-92488E2F51CE}"/>
              </a:ext>
            </a:extLst>
          </p:cNvPr>
          <p:cNvSpPr>
            <a:spLocks noGrp="1"/>
          </p:cNvSpPr>
          <p:nvPr>
            <p:ph idx="1"/>
          </p:nvPr>
        </p:nvSpPr>
        <p:spPr>
          <a:xfrm>
            <a:off x="2133601" y="1717675"/>
            <a:ext cx="6348413" cy="3879850"/>
          </a:xfrm>
        </p:spPr>
        <p:txBody>
          <a:bodyPr rtlCol="0">
            <a:normAutofit fontScale="92500"/>
          </a:bodyPr>
          <a:lstStyle/>
          <a:p>
            <a:pPr>
              <a:defRPr/>
            </a:pPr>
            <a:r>
              <a:rPr lang="en-US" altLang="en-US" dirty="0">
                <a:solidFill>
                  <a:schemeClr val="tx1">
                    <a:lumMod val="75000"/>
                    <a:lumOff val="25000"/>
                  </a:schemeClr>
                </a:solidFill>
                <a:ea typeface="ＭＳ Ｐゴシック" panose="020B0600070205080204" pitchFamily="34" charset="-128"/>
              </a:rPr>
              <a:t>Nuremberg Code (1947) </a:t>
            </a:r>
          </a:p>
          <a:p>
            <a:pPr lvl="1">
              <a:defRPr/>
            </a:pPr>
            <a:r>
              <a:rPr lang="en-US" altLang="en-US" sz="2000" dirty="0">
                <a:solidFill>
                  <a:schemeClr val="tx1">
                    <a:lumMod val="75000"/>
                    <a:lumOff val="25000"/>
                  </a:schemeClr>
                </a:solidFill>
                <a:ea typeface="ＭＳ Ｐゴシック" panose="020B0600070205080204" pitchFamily="34" charset="-128"/>
              </a:rPr>
              <a:t>Largely ignored</a:t>
            </a:r>
          </a:p>
          <a:p>
            <a:pPr>
              <a:defRPr/>
            </a:pPr>
            <a:r>
              <a:rPr lang="en-US" altLang="en-US" dirty="0">
                <a:solidFill>
                  <a:schemeClr val="tx1">
                    <a:lumMod val="75000"/>
                    <a:lumOff val="25000"/>
                  </a:schemeClr>
                </a:solidFill>
                <a:ea typeface="ＭＳ Ｐゴシック" panose="020B0600070205080204" pitchFamily="34" charset="-128"/>
              </a:rPr>
              <a:t>Declaration of Helsinki (1964) - World Medical Association</a:t>
            </a:r>
          </a:p>
          <a:p>
            <a:pPr>
              <a:defRPr/>
            </a:pPr>
            <a:r>
              <a:rPr lang="en-US" altLang="en-US" dirty="0">
                <a:solidFill>
                  <a:schemeClr val="tx1">
                    <a:lumMod val="75000"/>
                    <a:lumOff val="25000"/>
                  </a:schemeClr>
                </a:solidFill>
                <a:ea typeface="ＭＳ Ｐゴシック" panose="020B0600070205080204" pitchFamily="34" charset="-128"/>
              </a:rPr>
              <a:t>Council for International Organizations of Medical Sciences (CIOMS) (2002)	</a:t>
            </a:r>
          </a:p>
          <a:p>
            <a:pPr>
              <a:defRPr/>
            </a:pPr>
            <a:r>
              <a:rPr lang="en-US" altLang="en-US" dirty="0">
                <a:solidFill>
                  <a:schemeClr val="tx1">
                    <a:lumMod val="75000"/>
                    <a:lumOff val="25000"/>
                  </a:schemeClr>
                </a:solidFill>
                <a:ea typeface="ＭＳ Ｐゴシック" panose="020B0600070205080204" pitchFamily="34" charset="-128"/>
              </a:rPr>
              <a:t>Council of Europe – Oviedo Convention (1997)</a:t>
            </a:r>
          </a:p>
          <a:p>
            <a:pPr>
              <a:defRPr/>
            </a:pPr>
            <a:r>
              <a:rPr lang="en-US" altLang="en-US" dirty="0">
                <a:solidFill>
                  <a:schemeClr val="tx1">
                    <a:lumMod val="75000"/>
                    <a:lumOff val="25000"/>
                  </a:schemeClr>
                </a:solidFill>
                <a:ea typeface="ＭＳ Ｐゴシック" panose="020B0600070205080204" pitchFamily="34" charset="-128"/>
              </a:rPr>
              <a:t>National Commission for the Protection of Human Subjects of Biomedical and </a:t>
            </a:r>
            <a:r>
              <a:rPr lang="en-US" altLang="en-US" dirty="0" err="1">
                <a:solidFill>
                  <a:schemeClr val="tx1">
                    <a:lumMod val="75000"/>
                    <a:lumOff val="25000"/>
                  </a:schemeClr>
                </a:solidFill>
                <a:ea typeface="ＭＳ Ｐゴシック" panose="020B0600070205080204" pitchFamily="34" charset="-128"/>
              </a:rPr>
              <a:t>Behavioural</a:t>
            </a:r>
            <a:r>
              <a:rPr lang="en-US" altLang="en-US" dirty="0">
                <a:solidFill>
                  <a:schemeClr val="tx1">
                    <a:lumMod val="75000"/>
                    <a:lumOff val="25000"/>
                  </a:schemeClr>
                </a:solidFill>
                <a:ea typeface="ＭＳ Ｐゴシック" panose="020B0600070205080204" pitchFamily="34" charset="-128"/>
              </a:rPr>
              <a:t> Research - Belmont Report (1974)</a:t>
            </a:r>
          </a:p>
        </p:txBody>
      </p:sp>
      <p:sp>
        <p:nvSpPr>
          <p:cNvPr id="46084" name="Slide Number Placeholder 3">
            <a:extLst>
              <a:ext uri="{FF2B5EF4-FFF2-40B4-BE49-F238E27FC236}">
                <a16:creationId xmlns:a16="http://schemas.microsoft.com/office/drawing/2014/main" id="{D74FFB93-E2D3-302A-18D7-A4FE516992C7}"/>
              </a:ext>
            </a:extLst>
          </p:cNvPr>
          <p:cNvSpPr>
            <a:spLocks noGrp="1"/>
          </p:cNvSpPr>
          <p:nvPr>
            <p:ph type="sldNum" sz="quarter" idx="12"/>
          </p:nvPr>
        </p:nvSpPr>
        <p:spPr bwMode="auto">
          <a:xfrm>
            <a:off x="6445250" y="6042025"/>
            <a:ext cx="512763" cy="365125"/>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defPPr>
              <a:defRPr lang="en-US"/>
            </a:defPPr>
            <a:lvl1pPr algn="r" defTabSz="457200" rtl="0" eaLnBrk="0" fontAlgn="base" hangingPunct="0">
              <a:spcBef>
                <a:spcPct val="0"/>
              </a:spcBef>
              <a:spcAft>
                <a:spcPct val="0"/>
              </a:spcAft>
              <a:defRPr sz="900" kern="1200">
                <a:solidFill>
                  <a:schemeClr val="accent1"/>
                </a:solidFill>
                <a:latin typeface="Arial" panose="020B0604020202020204" pitchFamily="34" charset="0"/>
                <a:ea typeface="ＭＳ Ｐゴシック" panose="020B0600070205080204" pitchFamily="34" charset="-128"/>
                <a:cs typeface="+mn-cs"/>
              </a:defRPr>
            </a:lvl1pPr>
            <a:lvl2pPr marL="457200" algn="l" defTabSz="457200" rtl="0" eaLnBrk="0" fontAlgn="base" hangingPunct="0">
              <a:spcBef>
                <a:spcPct val="0"/>
              </a:spcBef>
              <a:spcAft>
                <a:spcPct val="0"/>
              </a:spcAft>
              <a:defRPr sz="2400" kern="1200">
                <a:solidFill>
                  <a:schemeClr val="tx1"/>
                </a:solidFill>
                <a:latin typeface="Arial" panose="020B0604020202020204" pitchFamily="34" charset="0"/>
                <a:ea typeface="ＭＳ Ｐゴシック" panose="020B0600070205080204" pitchFamily="34" charset="-128"/>
                <a:cs typeface="+mn-cs"/>
              </a:defRPr>
            </a:lvl2pPr>
            <a:lvl3pPr marL="914400" algn="l" defTabSz="457200" rtl="0" eaLnBrk="0" fontAlgn="base" hangingPunct="0">
              <a:spcBef>
                <a:spcPct val="0"/>
              </a:spcBef>
              <a:spcAft>
                <a:spcPct val="0"/>
              </a:spcAft>
              <a:defRPr sz="2400" kern="1200">
                <a:solidFill>
                  <a:schemeClr val="tx1"/>
                </a:solidFill>
                <a:latin typeface="Arial" panose="020B0604020202020204" pitchFamily="34" charset="0"/>
                <a:ea typeface="ＭＳ Ｐゴシック" panose="020B0600070205080204" pitchFamily="34" charset="-128"/>
                <a:cs typeface="+mn-cs"/>
              </a:defRPr>
            </a:lvl3pPr>
            <a:lvl4pPr marL="1371600" algn="l" defTabSz="457200" rtl="0" eaLnBrk="0" fontAlgn="base" hangingPunct="0">
              <a:spcBef>
                <a:spcPct val="0"/>
              </a:spcBef>
              <a:spcAft>
                <a:spcPct val="0"/>
              </a:spcAft>
              <a:defRPr sz="2400" kern="1200">
                <a:solidFill>
                  <a:schemeClr val="tx1"/>
                </a:solidFill>
                <a:latin typeface="Arial" panose="020B0604020202020204" pitchFamily="34" charset="0"/>
                <a:ea typeface="ＭＳ Ｐゴシック" panose="020B0600070205080204" pitchFamily="34" charset="-128"/>
                <a:cs typeface="+mn-cs"/>
              </a:defRPr>
            </a:lvl4pPr>
            <a:lvl5pPr marL="1828800" algn="l" defTabSz="457200" rtl="0" eaLnBrk="0" fontAlgn="base" hangingPunct="0">
              <a:spcBef>
                <a:spcPct val="0"/>
              </a:spcBef>
              <a:spcAft>
                <a:spcPct val="0"/>
              </a:spcAft>
              <a:defRPr sz="2400"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sz="2400"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sz="2400"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sz="2400"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sz="2400" kern="1200">
                <a:solidFill>
                  <a:schemeClr val="tx1"/>
                </a:solidFill>
                <a:latin typeface="Arial" panose="020B0604020202020204" pitchFamily="34" charset="0"/>
                <a:ea typeface="ＭＳ Ｐゴシック" panose="020B0600070205080204" pitchFamily="34" charset="-128"/>
                <a:cs typeface="+mn-cs"/>
              </a:defRPr>
            </a:lvl9pPr>
          </a:lstStyle>
          <a:p>
            <a:pPr>
              <a:spcBef>
                <a:spcPct val="0"/>
              </a:spcBef>
              <a:buClrTx/>
              <a:buSzTx/>
              <a:buFontTx/>
              <a:buNone/>
              <a:defRPr/>
            </a:pPr>
            <a:fld id="{157B3EB1-FDAA-4A56-ABD5-3B717D37E239}" type="slidenum">
              <a:rPr lang="en-AU" altLang="en-US" smtClean="0"/>
              <a:pPr>
                <a:spcBef>
                  <a:spcPct val="0"/>
                </a:spcBef>
                <a:buClrTx/>
                <a:buSzTx/>
                <a:buFontTx/>
                <a:buNone/>
                <a:defRPr/>
              </a:pPr>
              <a:t>7</a:t>
            </a:fld>
            <a:endParaRPr lang="en-AU" altLang="en-US">
              <a:solidFill>
                <a:schemeClr val="accent1"/>
              </a:solidFill>
              <a:latin typeface="Arial" panose="020B0604020202020204" pitchFamily="34" charset="0"/>
            </a:endParaRPr>
          </a:p>
        </p:txBody>
      </p:sp>
      <p:sp>
        <p:nvSpPr>
          <p:cNvPr id="2" name="Footer Placeholder 1">
            <a:extLst>
              <a:ext uri="{FF2B5EF4-FFF2-40B4-BE49-F238E27FC236}">
                <a16:creationId xmlns:a16="http://schemas.microsoft.com/office/drawing/2014/main" id="{54927805-ED95-A2F3-52F9-712D74E96DF3}"/>
              </a:ext>
            </a:extLst>
          </p:cNvPr>
          <p:cNvSpPr>
            <a:spLocks noGrp="1"/>
          </p:cNvSpPr>
          <p:nvPr>
            <p:ph type="ftr" sz="quarter" idx="11"/>
          </p:nvPr>
        </p:nvSpPr>
        <p:spPr>
          <a:xfrm>
            <a:off x="609600" y="6042025"/>
            <a:ext cx="4622800" cy="365125"/>
          </a:xfrm>
          <a:prstGeom prst="rect">
            <a:avLst/>
          </a:prstGeom>
        </p:spPr>
        <p:txBody>
          <a:bodyPr vert="horz" lIns="91440" tIns="45720" rIns="91440" bIns="45720" rtlCol="0" anchor="ctr"/>
          <a:lstStyle>
            <a:defPPr>
              <a:defRPr lang="en-US"/>
            </a:defPPr>
            <a:lvl1pPr algn="l" defTabSz="457200" rtl="0" eaLnBrk="0" fontAlgn="base" hangingPunct="0">
              <a:spcBef>
                <a:spcPct val="0"/>
              </a:spcBef>
              <a:spcAft>
                <a:spcPct val="0"/>
              </a:spcAft>
              <a:defRPr sz="900" kern="1200">
                <a:solidFill>
                  <a:schemeClr val="tx1">
                    <a:tint val="75000"/>
                  </a:schemeClr>
                </a:solidFill>
                <a:latin typeface="Arial" panose="020B0604020202020204" pitchFamily="34" charset="0"/>
                <a:ea typeface="ＭＳ Ｐゴシック" panose="020B0600070205080204" pitchFamily="34" charset="-128"/>
                <a:cs typeface="+mn-cs"/>
              </a:defRPr>
            </a:lvl1pPr>
            <a:lvl2pPr marL="457200" algn="l" defTabSz="457200" rtl="0" eaLnBrk="0" fontAlgn="base" hangingPunct="0">
              <a:spcBef>
                <a:spcPct val="0"/>
              </a:spcBef>
              <a:spcAft>
                <a:spcPct val="0"/>
              </a:spcAft>
              <a:defRPr sz="2400" kern="1200">
                <a:solidFill>
                  <a:schemeClr val="tx1"/>
                </a:solidFill>
                <a:latin typeface="Arial" panose="020B0604020202020204" pitchFamily="34" charset="0"/>
                <a:ea typeface="ＭＳ Ｐゴシック" panose="020B0600070205080204" pitchFamily="34" charset="-128"/>
                <a:cs typeface="+mn-cs"/>
              </a:defRPr>
            </a:lvl2pPr>
            <a:lvl3pPr marL="914400" algn="l" defTabSz="457200" rtl="0" eaLnBrk="0" fontAlgn="base" hangingPunct="0">
              <a:spcBef>
                <a:spcPct val="0"/>
              </a:spcBef>
              <a:spcAft>
                <a:spcPct val="0"/>
              </a:spcAft>
              <a:defRPr sz="2400" kern="1200">
                <a:solidFill>
                  <a:schemeClr val="tx1"/>
                </a:solidFill>
                <a:latin typeface="Arial" panose="020B0604020202020204" pitchFamily="34" charset="0"/>
                <a:ea typeface="ＭＳ Ｐゴシック" panose="020B0600070205080204" pitchFamily="34" charset="-128"/>
                <a:cs typeface="+mn-cs"/>
              </a:defRPr>
            </a:lvl3pPr>
            <a:lvl4pPr marL="1371600" algn="l" defTabSz="457200" rtl="0" eaLnBrk="0" fontAlgn="base" hangingPunct="0">
              <a:spcBef>
                <a:spcPct val="0"/>
              </a:spcBef>
              <a:spcAft>
                <a:spcPct val="0"/>
              </a:spcAft>
              <a:defRPr sz="2400" kern="1200">
                <a:solidFill>
                  <a:schemeClr val="tx1"/>
                </a:solidFill>
                <a:latin typeface="Arial" panose="020B0604020202020204" pitchFamily="34" charset="0"/>
                <a:ea typeface="ＭＳ Ｐゴシック" panose="020B0600070205080204" pitchFamily="34" charset="-128"/>
                <a:cs typeface="+mn-cs"/>
              </a:defRPr>
            </a:lvl4pPr>
            <a:lvl5pPr marL="1828800" algn="l" defTabSz="457200" rtl="0" eaLnBrk="0" fontAlgn="base" hangingPunct="0">
              <a:spcBef>
                <a:spcPct val="0"/>
              </a:spcBef>
              <a:spcAft>
                <a:spcPct val="0"/>
              </a:spcAft>
              <a:defRPr sz="2400"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sz="2400"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sz="2400"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sz="2400"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sz="2400" kern="1200">
                <a:solidFill>
                  <a:schemeClr val="tx1"/>
                </a:solidFill>
                <a:latin typeface="Arial" panose="020B0604020202020204" pitchFamily="34" charset="0"/>
                <a:ea typeface="ＭＳ Ｐゴシック" panose="020B0600070205080204" pitchFamily="34" charset="-128"/>
                <a:cs typeface="+mn-cs"/>
              </a:defRPr>
            </a:lvl9pPr>
          </a:lstStyle>
          <a:p>
            <a:pPr>
              <a:defRPr/>
            </a:pPr>
            <a:endParaRPr lang="en-AU"/>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E8B8B8DE-1D12-F27C-2FE5-84ADDA5CEB49}"/>
              </a:ext>
            </a:extLst>
          </p:cNvPr>
          <p:cNvSpPr>
            <a:spLocks noGrp="1"/>
          </p:cNvSpPr>
          <p:nvPr>
            <p:ph type="sldNum" sz="quarter" idx="4"/>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0DE2101-C65B-4E63-9A0E-F3BD87D4D20C}" type="slidenum">
              <a:rPr kumimoji="0" lang="en-AU" sz="1200" b="0" i="0" u="none" strike="noStrike" kern="1200" cap="none" spc="0" normalizeH="0" baseline="0" noProof="0" smtClean="0">
                <a:ln>
                  <a:noFill/>
                </a:ln>
                <a:solidFill>
                  <a:srgbClr val="000000">
                    <a:lumMod val="75000"/>
                    <a:lumOff val="25000"/>
                  </a:srgbClr>
                </a:solidFill>
                <a:effectLst/>
                <a:uLnTx/>
                <a:uFillTx/>
                <a:latin typeface="Montserrat"/>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AU" sz="1200" b="0" i="0" u="none" strike="noStrike" kern="1200" cap="none" spc="0" normalizeH="0" baseline="0" noProof="0">
              <a:ln>
                <a:noFill/>
              </a:ln>
              <a:solidFill>
                <a:srgbClr val="000000">
                  <a:lumMod val="75000"/>
                  <a:lumOff val="25000"/>
                </a:srgbClr>
              </a:solidFill>
              <a:effectLst/>
              <a:uLnTx/>
              <a:uFillTx/>
              <a:latin typeface="Montserrat"/>
              <a:ea typeface="+mn-ea"/>
              <a:cs typeface="+mn-cs"/>
            </a:endParaRPr>
          </a:p>
        </p:txBody>
      </p:sp>
      <p:pic>
        <p:nvPicPr>
          <p:cNvPr id="2" name="Picture 6" descr="A screenshot of a cell phone&#10;&#10;Description generated with very high confidence">
            <a:extLst>
              <a:ext uri="{FF2B5EF4-FFF2-40B4-BE49-F238E27FC236}">
                <a16:creationId xmlns:a16="http://schemas.microsoft.com/office/drawing/2014/main" id="{3BD6C5BD-0A45-4268-D09B-3E596E391DAE}"/>
              </a:ext>
            </a:extLst>
          </p:cNvPr>
          <p:cNvPicPr>
            <a:picLocks noGrp="1" noChangeAspect="1"/>
          </p:cNvPicPr>
          <p:nvPr>
            <p:ph sz="half" idx="1"/>
          </p:nvPr>
        </p:nvPicPr>
        <p:blipFill>
          <a:blip r:embed="rId3"/>
          <a:stretch>
            <a:fillRect/>
          </a:stretch>
        </p:blipFill>
        <p:spPr>
          <a:xfrm>
            <a:off x="620429" y="1751444"/>
            <a:ext cx="2196220" cy="3144962"/>
          </a:xfrm>
          <a:prstGeom prst="rect">
            <a:avLst/>
          </a:prstGeom>
        </p:spPr>
      </p:pic>
      <p:sp>
        <p:nvSpPr>
          <p:cNvPr id="4" name="Title 3">
            <a:extLst>
              <a:ext uri="{FF2B5EF4-FFF2-40B4-BE49-F238E27FC236}">
                <a16:creationId xmlns:a16="http://schemas.microsoft.com/office/drawing/2014/main" id="{6A0C9ED8-5E20-433F-932E-4F4C2A74D87B}"/>
              </a:ext>
            </a:extLst>
          </p:cNvPr>
          <p:cNvSpPr>
            <a:spLocks noGrp="1"/>
          </p:cNvSpPr>
          <p:nvPr>
            <p:ph type="title"/>
          </p:nvPr>
        </p:nvSpPr>
        <p:spPr/>
        <p:txBody>
          <a:bodyPr/>
          <a:lstStyle/>
          <a:p>
            <a:r>
              <a:rPr lang="en-AU"/>
              <a:t>Important Codes and Statements</a:t>
            </a:r>
          </a:p>
        </p:txBody>
      </p:sp>
      <p:pic>
        <p:nvPicPr>
          <p:cNvPr id="8" name="Picture 7">
            <a:extLst>
              <a:ext uri="{FF2B5EF4-FFF2-40B4-BE49-F238E27FC236}">
                <a16:creationId xmlns:a16="http://schemas.microsoft.com/office/drawing/2014/main" id="{BD587043-17CE-B3E0-595F-EADC5EF09DD9}"/>
              </a:ext>
            </a:extLst>
          </p:cNvPr>
          <p:cNvPicPr>
            <a:picLocks noChangeAspect="1"/>
          </p:cNvPicPr>
          <p:nvPr/>
        </p:nvPicPr>
        <p:blipFill>
          <a:blip r:embed="rId4"/>
          <a:stretch>
            <a:fillRect/>
          </a:stretch>
        </p:blipFill>
        <p:spPr>
          <a:xfrm>
            <a:off x="9195028" y="1689403"/>
            <a:ext cx="2196220" cy="3240619"/>
          </a:xfrm>
          <a:prstGeom prst="rect">
            <a:avLst/>
          </a:prstGeom>
        </p:spPr>
      </p:pic>
      <p:pic>
        <p:nvPicPr>
          <p:cNvPr id="6" name="Picture 5">
            <a:extLst>
              <a:ext uri="{FF2B5EF4-FFF2-40B4-BE49-F238E27FC236}">
                <a16:creationId xmlns:a16="http://schemas.microsoft.com/office/drawing/2014/main" id="{71B41750-A31C-76ED-DAC2-1E10BC663F6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548771" y="1751444"/>
            <a:ext cx="2226736" cy="3144962"/>
          </a:xfrm>
          <a:prstGeom prst="rect">
            <a:avLst/>
          </a:prstGeom>
        </p:spPr>
      </p:pic>
      <p:pic>
        <p:nvPicPr>
          <p:cNvPr id="3" name="Picture 2" descr="A cover of a book&#10;&#10;AI-generated content may be incorrect.">
            <a:extLst>
              <a:ext uri="{FF2B5EF4-FFF2-40B4-BE49-F238E27FC236}">
                <a16:creationId xmlns:a16="http://schemas.microsoft.com/office/drawing/2014/main" id="{74DE0333-D4AD-A8E2-EE6F-A5287A45B245}"/>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416495" y="1749903"/>
            <a:ext cx="2226736" cy="3143420"/>
          </a:xfrm>
          <a:prstGeom prst="rect">
            <a:avLst/>
          </a:prstGeom>
        </p:spPr>
      </p:pic>
    </p:spTree>
    <p:custDataLst>
      <p:tags r:id="rId1"/>
    </p:custDataLst>
    <p:extLst>
      <p:ext uri="{BB962C8B-B14F-4D97-AF65-F5344CB8AC3E}">
        <p14:creationId xmlns:p14="http://schemas.microsoft.com/office/powerpoint/2010/main" val="4001568345"/>
      </p:ext>
    </p:extLst>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6">
            <a:extLst>
              <a:ext uri="{FF2B5EF4-FFF2-40B4-BE49-F238E27FC236}">
                <a16:creationId xmlns:a16="http://schemas.microsoft.com/office/drawing/2014/main" id="{035B341A-D643-8F58-2C70-FB345EB0CBD9}"/>
              </a:ext>
              <a:ext uri="{C183D7F6-B498-43B3-948B-1728B52AA6E4}">
                <adec:decorative xmlns:adec="http://schemas.microsoft.com/office/drawing/2017/decorative" val="1"/>
              </a:ext>
            </a:extLst>
          </p:cNvPr>
          <p:cNvPicPr>
            <a:picLocks noGrp="1" noChangeAspect="1"/>
          </p:cNvPicPr>
          <p:nvPr>
            <p:ph sz="half" idx="2"/>
          </p:nvPr>
        </p:nvPicPr>
        <p:blipFill>
          <a:blip r:embed="rId3"/>
          <a:stretch>
            <a:fillRect/>
          </a:stretch>
        </p:blipFill>
        <p:spPr>
          <a:xfrm>
            <a:off x="8678566" y="1169124"/>
            <a:ext cx="3156276" cy="4519751"/>
          </a:xfrm>
          <a:prstGeom prst="rect">
            <a:avLst/>
          </a:prstGeom>
        </p:spPr>
      </p:pic>
      <p:sp>
        <p:nvSpPr>
          <p:cNvPr id="4" name="Title 3">
            <a:extLst>
              <a:ext uri="{FF2B5EF4-FFF2-40B4-BE49-F238E27FC236}">
                <a16:creationId xmlns:a16="http://schemas.microsoft.com/office/drawing/2014/main" id="{B16CBD52-85CC-623E-10E2-CB137E871424}"/>
              </a:ext>
            </a:extLst>
          </p:cNvPr>
          <p:cNvSpPr>
            <a:spLocks noGrp="1"/>
          </p:cNvSpPr>
          <p:nvPr>
            <p:ph type="title"/>
          </p:nvPr>
        </p:nvSpPr>
        <p:spPr>
          <a:xfrm>
            <a:off x="480000" y="-43736"/>
            <a:ext cx="11232000" cy="1332000"/>
          </a:xfrm>
        </p:spPr>
        <p:txBody>
          <a:bodyPr>
            <a:normAutofit/>
          </a:bodyPr>
          <a:lstStyle/>
          <a:p>
            <a:r>
              <a:rPr lang="en-AU" sz="3200" dirty="0"/>
              <a:t>Australian Code for Responsible Conduct of Research</a:t>
            </a:r>
          </a:p>
        </p:txBody>
      </p:sp>
      <p:sp>
        <p:nvSpPr>
          <p:cNvPr id="7" name="TextBox 6">
            <a:extLst>
              <a:ext uri="{FF2B5EF4-FFF2-40B4-BE49-F238E27FC236}">
                <a16:creationId xmlns:a16="http://schemas.microsoft.com/office/drawing/2014/main" id="{8CA4188E-4796-3C55-813F-7B288202C599}"/>
              </a:ext>
            </a:extLst>
          </p:cNvPr>
          <p:cNvSpPr txBox="1"/>
          <p:nvPr/>
        </p:nvSpPr>
        <p:spPr>
          <a:xfrm>
            <a:off x="480000" y="906599"/>
            <a:ext cx="8075724" cy="1569660"/>
          </a:xfrm>
          <a:prstGeom prst="rect">
            <a:avLst/>
          </a:prstGeom>
          <a:noFill/>
        </p:spPr>
        <p:txBody>
          <a:bodyPr wrap="square">
            <a:spAutoFit/>
          </a:bodyPr>
          <a:lstStyle/>
          <a:p>
            <a:pPr algn="just"/>
            <a:r>
              <a:rPr lang="en-AU" sz="1600" dirty="0">
                <a:solidFill>
                  <a:schemeClr val="tx2">
                    <a:lumMod val="75000"/>
                  </a:schemeClr>
                </a:solidFill>
              </a:rPr>
              <a:t>The Australian Code for the Responsible Conduct of Research provides a national framework for ensuring that research is conducted with integrity, professionalism, and accountability. It was developed collaboratively by the National Health and Medical Research Council (NHMRC), the Australian Research Council (ARC), and Universities Australia.</a:t>
            </a:r>
          </a:p>
          <a:p>
            <a:endParaRPr lang="en-AU" sz="1600" dirty="0">
              <a:solidFill>
                <a:schemeClr val="tx2">
                  <a:lumMod val="75000"/>
                </a:schemeClr>
              </a:solidFill>
            </a:endParaRPr>
          </a:p>
        </p:txBody>
      </p:sp>
      <p:sp>
        <p:nvSpPr>
          <p:cNvPr id="12" name="TextBox 11">
            <a:extLst>
              <a:ext uri="{FF2B5EF4-FFF2-40B4-BE49-F238E27FC236}">
                <a16:creationId xmlns:a16="http://schemas.microsoft.com/office/drawing/2014/main" id="{5A923AD4-FF22-A716-C072-2984669CA74A}"/>
              </a:ext>
            </a:extLst>
          </p:cNvPr>
          <p:cNvSpPr txBox="1"/>
          <p:nvPr/>
        </p:nvSpPr>
        <p:spPr>
          <a:xfrm>
            <a:off x="480000" y="2242880"/>
            <a:ext cx="7936888" cy="3677930"/>
          </a:xfrm>
          <a:prstGeom prst="rect">
            <a:avLst/>
          </a:prstGeom>
          <a:noFill/>
        </p:spPr>
        <p:txBody>
          <a:bodyPr wrap="square" rtlCol="0">
            <a:spAutoFit/>
          </a:bodyPr>
          <a:lstStyle/>
          <a:p>
            <a:pPr>
              <a:spcAft>
                <a:spcPts val="600"/>
              </a:spcAft>
            </a:pPr>
            <a:r>
              <a:rPr lang="en-AU" sz="1600" b="1" dirty="0">
                <a:cs typeface="Calibri" panose="020F0502020204030204" pitchFamily="34" charset="0"/>
              </a:rPr>
              <a:t>Honesty: </a:t>
            </a:r>
            <a:r>
              <a:rPr lang="en-AU" sz="1400" dirty="0">
                <a:cs typeface="Calibri" panose="020F0502020204030204" pitchFamily="34" charset="0"/>
              </a:rPr>
              <a:t>Ensure truthfulness in proposing, conducting and reporting research</a:t>
            </a:r>
          </a:p>
          <a:p>
            <a:pPr>
              <a:spcAft>
                <a:spcPts val="600"/>
              </a:spcAft>
            </a:pPr>
            <a:r>
              <a:rPr lang="en-AU" sz="1600" b="1" dirty="0">
                <a:cs typeface="Calibri" panose="020F0502020204030204" pitchFamily="34" charset="0"/>
              </a:rPr>
              <a:t>Rigour</a:t>
            </a:r>
            <a:r>
              <a:rPr lang="en-AU" sz="1600" dirty="0">
                <a:cs typeface="Calibri" panose="020F0502020204030204" pitchFamily="34" charset="0"/>
              </a:rPr>
              <a:t>: </a:t>
            </a:r>
            <a:r>
              <a:rPr lang="en-AU" sz="1400" dirty="0">
                <a:cs typeface="Calibri" panose="020F0502020204030204" pitchFamily="34" charset="0"/>
              </a:rPr>
              <a:t>Apply high standards in research design, methodology, analysis and interpretation</a:t>
            </a:r>
          </a:p>
          <a:p>
            <a:pPr>
              <a:spcAft>
                <a:spcPts val="600"/>
              </a:spcAft>
            </a:pPr>
            <a:r>
              <a:rPr lang="en-AU" sz="1600" b="1" dirty="0">
                <a:cs typeface="Calibri" panose="020F0502020204030204" pitchFamily="34" charset="0"/>
              </a:rPr>
              <a:t>Transparency</a:t>
            </a:r>
            <a:r>
              <a:rPr lang="en-AU" sz="1600" dirty="0">
                <a:cs typeface="Calibri" panose="020F0502020204030204" pitchFamily="34" charset="0"/>
              </a:rPr>
              <a:t>: </a:t>
            </a:r>
            <a:r>
              <a:rPr lang="en-AU" sz="1400" dirty="0">
                <a:cs typeface="Calibri" panose="020F0502020204030204" pitchFamily="34" charset="0"/>
              </a:rPr>
              <a:t>Disclose interests, methods and findings openly; manage conflicts of interest appropriately</a:t>
            </a:r>
          </a:p>
          <a:p>
            <a:pPr>
              <a:spcAft>
                <a:spcPts val="600"/>
              </a:spcAft>
            </a:pPr>
            <a:r>
              <a:rPr lang="en-AU" sz="1600" b="1" dirty="0">
                <a:cs typeface="Calibri" panose="020F0502020204030204" pitchFamily="34" charset="0"/>
              </a:rPr>
              <a:t>Fairness: </a:t>
            </a:r>
            <a:r>
              <a:rPr lang="en-AU" sz="1400" dirty="0">
                <a:cs typeface="Calibri" panose="020F0502020204030204" pitchFamily="34" charset="0"/>
              </a:rPr>
              <a:t>Treat colleagues, collaborators and participants equitably, including in authorship and acknowledgement</a:t>
            </a:r>
          </a:p>
          <a:p>
            <a:pPr>
              <a:spcAft>
                <a:spcPts val="600"/>
              </a:spcAft>
            </a:pPr>
            <a:r>
              <a:rPr lang="en-AU" sz="1600" b="1" dirty="0">
                <a:cs typeface="Calibri" panose="020F0502020204030204" pitchFamily="34" charset="0"/>
              </a:rPr>
              <a:t>Respect: </a:t>
            </a:r>
            <a:r>
              <a:rPr lang="en-AU" sz="1400" dirty="0">
                <a:cs typeface="Calibri" panose="020F0502020204030204" pitchFamily="34" charset="0"/>
              </a:rPr>
              <a:t>Uphold the dignity, rights and autonomy of research participants and communities</a:t>
            </a:r>
          </a:p>
          <a:p>
            <a:pPr>
              <a:spcAft>
                <a:spcPts val="600"/>
              </a:spcAft>
            </a:pPr>
            <a:r>
              <a:rPr lang="en-AU" sz="1600" b="1" dirty="0">
                <a:cs typeface="Calibri" panose="020F0502020204030204" pitchFamily="34" charset="0"/>
              </a:rPr>
              <a:t>Recognition</a:t>
            </a:r>
            <a:r>
              <a:rPr lang="en-AU" sz="1600" dirty="0">
                <a:cs typeface="Calibri" panose="020F0502020204030204" pitchFamily="34" charset="0"/>
              </a:rPr>
              <a:t>: </a:t>
            </a:r>
            <a:r>
              <a:rPr lang="en-AU" sz="1400" dirty="0">
                <a:cs typeface="Calibri" panose="020F0502020204030204" pitchFamily="34" charset="0"/>
              </a:rPr>
              <a:t>Acknowledge the rights of Aboriginal and Torres Strait Islander peoples to be involved in research that affects them</a:t>
            </a:r>
          </a:p>
          <a:p>
            <a:pPr>
              <a:spcAft>
                <a:spcPts val="600"/>
              </a:spcAft>
            </a:pPr>
            <a:r>
              <a:rPr lang="en-AU" sz="1600" b="1" dirty="0">
                <a:cs typeface="Calibri" panose="020F0502020204030204" pitchFamily="34" charset="0"/>
              </a:rPr>
              <a:t>Accountability: </a:t>
            </a:r>
            <a:r>
              <a:rPr lang="en-AU" sz="1400" dirty="0">
                <a:cs typeface="Calibri" panose="020F0502020204030204" pitchFamily="34" charset="0"/>
              </a:rPr>
              <a:t>Comply with relevant legislation, policies, and ethical guidelines</a:t>
            </a:r>
          </a:p>
          <a:p>
            <a:pPr>
              <a:spcAft>
                <a:spcPts val="600"/>
              </a:spcAft>
            </a:pPr>
            <a:r>
              <a:rPr lang="en-AU" sz="1600" b="1" dirty="0">
                <a:cs typeface="Calibri" panose="020F0502020204030204" pitchFamily="34" charset="0"/>
              </a:rPr>
              <a:t>Promotion: </a:t>
            </a:r>
            <a:r>
              <a:rPr lang="en-AU" sz="1400" dirty="0">
                <a:cs typeface="Calibri" panose="020F0502020204030204" pitchFamily="34" charset="0"/>
              </a:rPr>
              <a:t>Foster responsible research practices within institutions and teams.</a:t>
            </a:r>
          </a:p>
        </p:txBody>
      </p:sp>
    </p:spTree>
    <p:custDataLst>
      <p:tags r:id="rId1"/>
    </p:custDataLst>
    <p:extLst>
      <p:ext uri="{BB962C8B-B14F-4D97-AF65-F5344CB8AC3E}">
        <p14:creationId xmlns:p14="http://schemas.microsoft.com/office/powerpoint/2010/main" val="2231943981"/>
      </p:ext>
    </p:extLst>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p:cNvSpPr/>
          <p:nvPr/>
        </p:nvSpPr>
        <p:spPr>
          <a:xfrm>
            <a:off x="1029745" y="4044487"/>
            <a:ext cx="2724841" cy="1631216"/>
          </a:xfrm>
          <a:prstGeom prst="rect">
            <a:avLst/>
          </a:prstGeom>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AU" sz="2000" b="1" i="0" u="none" strike="noStrike" kern="1200" cap="none" spc="0" normalizeH="0" baseline="0" noProof="0" dirty="0">
                <a:ln>
                  <a:noFill/>
                </a:ln>
                <a:solidFill>
                  <a:srgbClr val="00467F"/>
                </a:solidFill>
                <a:effectLst/>
                <a:uLnTx/>
                <a:uFillTx/>
                <a:latin typeface="Arial" panose="020B0604020202020204" pitchFamily="34" charset="0"/>
                <a:ea typeface="+mn-ea"/>
                <a:cs typeface="Arial" panose="020B0604020202020204" pitchFamily="34" charset="0"/>
              </a:rPr>
              <a:t>Conducting:</a:t>
            </a:r>
            <a:endParaRPr kumimoji="0" lang="en-AU" sz="2000" b="0" i="0" u="none" strike="noStrike" kern="1200" cap="none" spc="0" normalizeH="0" baseline="0" noProof="0" dirty="0">
              <a:ln>
                <a:noFill/>
              </a:ln>
              <a:solidFill>
                <a:srgbClr val="00467F"/>
              </a:solidFill>
              <a:effectLst/>
              <a:uLnTx/>
              <a:uFillTx/>
              <a:latin typeface="Arial" panose="020B0604020202020204" pitchFamily="34" charset="0"/>
              <a:ea typeface="+mn-ea"/>
              <a:cs typeface="Arial" panose="020B0604020202020204" pitchFamily="34" charset="0"/>
            </a:endParaRPr>
          </a:p>
          <a:p>
            <a:pPr marL="800100" marR="0" lvl="1"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AU" sz="2000" b="0" i="0" u="none" strike="noStrike" kern="1200" cap="none" spc="0" normalizeH="0" baseline="0" noProof="0" dirty="0">
                <a:ln>
                  <a:noFill/>
                </a:ln>
                <a:solidFill>
                  <a:srgbClr val="00467F"/>
                </a:solidFill>
                <a:effectLst/>
                <a:uLnTx/>
                <a:uFillTx/>
                <a:latin typeface="Arial" panose="020B0604020202020204" pitchFamily="34" charset="0"/>
                <a:ea typeface="+mn-ea"/>
                <a:cs typeface="Arial" panose="020B0604020202020204" pitchFamily="34" charset="0"/>
              </a:rPr>
              <a:t>surveys</a:t>
            </a:r>
          </a:p>
          <a:p>
            <a:pPr marL="800100" marR="0" lvl="1"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AU" sz="2000" b="0" i="0" u="none" strike="noStrike" kern="1200" cap="none" spc="0" normalizeH="0" baseline="0" noProof="0" dirty="0">
                <a:ln>
                  <a:noFill/>
                </a:ln>
                <a:solidFill>
                  <a:srgbClr val="00467F"/>
                </a:solidFill>
                <a:effectLst/>
                <a:uLnTx/>
                <a:uFillTx/>
                <a:latin typeface="Arial" panose="020B0604020202020204" pitchFamily="34" charset="0"/>
                <a:ea typeface="+mn-ea"/>
                <a:cs typeface="Arial" panose="020B0604020202020204" pitchFamily="34" charset="0"/>
              </a:rPr>
              <a:t>interviews</a:t>
            </a:r>
          </a:p>
          <a:p>
            <a:pPr marL="800100" marR="0" lvl="1"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AU" sz="2000" b="0" i="0" u="none" strike="noStrike" kern="1200" cap="none" spc="0" normalizeH="0" baseline="0" noProof="0" dirty="0">
                <a:ln>
                  <a:noFill/>
                </a:ln>
                <a:solidFill>
                  <a:srgbClr val="00467F"/>
                </a:solidFill>
                <a:effectLst/>
                <a:uLnTx/>
                <a:uFillTx/>
                <a:latin typeface="Arial" panose="020B0604020202020204" pitchFamily="34" charset="0"/>
                <a:ea typeface="+mn-ea"/>
                <a:cs typeface="Arial" panose="020B0604020202020204" pitchFamily="34" charset="0"/>
              </a:rPr>
              <a:t>focus groups</a:t>
            </a:r>
          </a:p>
          <a:p>
            <a:pPr marL="800100" marR="0" lvl="1"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AU" sz="2000" b="0" i="0" u="none" strike="noStrike" kern="1200" cap="none" spc="0" normalizeH="0" baseline="0" noProof="0" dirty="0">
                <a:ln>
                  <a:noFill/>
                </a:ln>
                <a:solidFill>
                  <a:srgbClr val="00467F"/>
                </a:solidFill>
                <a:effectLst/>
                <a:uLnTx/>
                <a:uFillTx/>
                <a:latin typeface="Arial" panose="020B0604020202020204" pitchFamily="34" charset="0"/>
                <a:ea typeface="+mn-ea"/>
                <a:cs typeface="Arial" panose="020B0604020202020204" pitchFamily="34" charset="0"/>
              </a:rPr>
              <a:t>observations</a:t>
            </a:r>
          </a:p>
        </p:txBody>
      </p:sp>
      <p:sp>
        <p:nvSpPr>
          <p:cNvPr id="11" name="Rectangle 10"/>
          <p:cNvSpPr/>
          <p:nvPr/>
        </p:nvSpPr>
        <p:spPr>
          <a:xfrm>
            <a:off x="8437416" y="4044487"/>
            <a:ext cx="2981323" cy="1631216"/>
          </a:xfrm>
          <a:prstGeom prst="rect">
            <a:avLst/>
          </a:prstGeom>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AU" sz="2000" b="1" i="0" u="none" strike="noStrike" kern="1200" cap="none" spc="0" normalizeH="0" baseline="0" noProof="0">
                <a:ln>
                  <a:noFill/>
                </a:ln>
                <a:solidFill>
                  <a:srgbClr val="00467F"/>
                </a:solidFill>
                <a:effectLst/>
                <a:uLnTx/>
                <a:uFillTx/>
                <a:latin typeface="Arial" panose="020B0604020202020204" pitchFamily="34" charset="0"/>
                <a:ea typeface="+mn-ea"/>
                <a:cs typeface="Arial" panose="020B0604020202020204" pitchFamily="34" charset="0"/>
              </a:rPr>
              <a:t>Access to:</a:t>
            </a:r>
            <a:endParaRPr kumimoji="0" lang="en-AU" sz="2000" b="0" i="0" u="none" strike="noStrike" kern="1200" cap="none" spc="0" normalizeH="0" baseline="0" noProof="0">
              <a:ln>
                <a:noFill/>
              </a:ln>
              <a:solidFill>
                <a:srgbClr val="00467F"/>
              </a:solidFill>
              <a:effectLst/>
              <a:uLnTx/>
              <a:uFillTx/>
              <a:latin typeface="Arial" panose="020B0604020202020204" pitchFamily="34" charset="0"/>
              <a:ea typeface="+mn-ea"/>
              <a:cs typeface="Arial" panose="020B0604020202020204" pitchFamily="34" charset="0"/>
            </a:endParaRPr>
          </a:p>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AU" sz="2000" b="0" i="0" u="none" strike="noStrike" kern="1200" cap="none" spc="0" normalizeH="0" baseline="0" noProof="0">
                <a:ln>
                  <a:noFill/>
                </a:ln>
                <a:solidFill>
                  <a:srgbClr val="00467F"/>
                </a:solidFill>
                <a:effectLst/>
                <a:uLnTx/>
                <a:uFillTx/>
                <a:latin typeface="Arial" panose="020B0604020202020204" pitchFamily="34" charset="0"/>
                <a:ea typeface="+mn-ea"/>
                <a:cs typeface="Arial" panose="020B0604020202020204" pitchFamily="34" charset="0"/>
              </a:rPr>
              <a:t>personal information</a:t>
            </a:r>
          </a:p>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AU" sz="2000" b="0" i="0" u="none" strike="noStrike" kern="1200" cap="none" spc="0" normalizeH="0" baseline="0" noProof="0">
                <a:ln>
                  <a:noFill/>
                </a:ln>
                <a:solidFill>
                  <a:srgbClr val="00467F"/>
                </a:solidFill>
                <a:effectLst/>
                <a:uLnTx/>
                <a:uFillTx/>
                <a:latin typeface="Arial" panose="020B0604020202020204" pitchFamily="34" charset="0"/>
                <a:ea typeface="+mn-ea"/>
                <a:cs typeface="Arial" panose="020B0604020202020204" pitchFamily="34" charset="0"/>
              </a:rPr>
              <a:t>documents</a:t>
            </a:r>
          </a:p>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AU" sz="2000" b="0" i="0" u="none" strike="noStrike" kern="1200" cap="none" spc="0" normalizeH="0" baseline="0" noProof="0">
                <a:ln>
                  <a:noFill/>
                </a:ln>
                <a:solidFill>
                  <a:srgbClr val="00467F"/>
                </a:solidFill>
                <a:effectLst/>
                <a:uLnTx/>
                <a:uFillTx/>
                <a:latin typeface="Arial" panose="020B0604020202020204" pitchFamily="34" charset="0"/>
                <a:ea typeface="+mn-ea"/>
                <a:cs typeface="Arial" panose="020B0604020202020204" pitchFamily="34" charset="0"/>
              </a:rPr>
              <a:t>data sets </a:t>
            </a:r>
          </a:p>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AU" sz="2000" b="0" i="0" u="none" strike="noStrike" kern="1200" cap="none" spc="0" normalizeH="0" baseline="0" noProof="0">
                <a:ln>
                  <a:noFill/>
                </a:ln>
                <a:solidFill>
                  <a:srgbClr val="00467F"/>
                </a:solidFill>
                <a:effectLst/>
                <a:uLnTx/>
                <a:uFillTx/>
                <a:latin typeface="Arial" panose="020B0604020202020204" pitchFamily="34" charset="0"/>
                <a:ea typeface="+mn-ea"/>
                <a:cs typeface="Arial" panose="020B0604020202020204" pitchFamily="34" charset="0"/>
              </a:rPr>
              <a:t>social media data</a:t>
            </a:r>
            <a:endParaRPr kumimoji="0" lang="en-AU" sz="900" b="0" i="0" u="none" strike="noStrike" kern="1200" cap="none" spc="0" normalizeH="0" baseline="0" noProof="0">
              <a:ln>
                <a:noFill/>
              </a:ln>
              <a:solidFill>
                <a:srgbClr val="00467F"/>
              </a:solidFill>
              <a:effectLst/>
              <a:uLnTx/>
              <a:uFillTx/>
              <a:latin typeface="Arial" panose="020B0604020202020204" pitchFamily="34" charset="0"/>
              <a:ea typeface="+mn-ea"/>
              <a:cs typeface="Arial" panose="020B0604020202020204" pitchFamily="34" charset="0"/>
            </a:endParaRPr>
          </a:p>
        </p:txBody>
      </p:sp>
      <p:sp>
        <p:nvSpPr>
          <p:cNvPr id="12" name="Rectangle 11"/>
          <p:cNvSpPr/>
          <p:nvPr/>
        </p:nvSpPr>
        <p:spPr>
          <a:xfrm>
            <a:off x="5024486" y="4044487"/>
            <a:ext cx="2808539" cy="1631216"/>
          </a:xfrm>
          <a:prstGeom prst="rect">
            <a:avLst/>
          </a:prstGeom>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AU" sz="2000" b="1" i="0" u="none" strike="noStrike" kern="1200" cap="none" spc="0" normalizeH="0" baseline="0" noProof="0" dirty="0">
                <a:ln>
                  <a:noFill/>
                </a:ln>
                <a:solidFill>
                  <a:srgbClr val="00467F"/>
                </a:solidFill>
                <a:effectLst/>
                <a:uLnTx/>
                <a:uFillTx/>
                <a:latin typeface="Arial" panose="020B0604020202020204" pitchFamily="34" charset="0"/>
                <a:ea typeface="+mn-ea"/>
                <a:cs typeface="Arial" panose="020B0604020202020204" pitchFamily="34" charset="0"/>
              </a:rPr>
              <a:t>Collection or use of:</a:t>
            </a:r>
            <a:endParaRPr kumimoji="0" lang="en-AU" sz="2000" b="0" i="0" u="none" strike="noStrike" kern="1200" cap="none" spc="0" normalizeH="0" baseline="0" noProof="0" dirty="0">
              <a:ln>
                <a:noFill/>
              </a:ln>
              <a:solidFill>
                <a:srgbClr val="00467F"/>
              </a:solidFill>
              <a:effectLst/>
              <a:uLnTx/>
              <a:uFillTx/>
              <a:latin typeface="Arial" panose="020B0604020202020204" pitchFamily="34" charset="0"/>
              <a:ea typeface="+mn-ea"/>
              <a:cs typeface="Arial" panose="020B0604020202020204" pitchFamily="34" charset="0"/>
            </a:endParaRPr>
          </a:p>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AU" sz="2000" b="0" i="0" u="none" strike="noStrike" kern="1200" cap="none" spc="0" normalizeH="0" baseline="0" noProof="0" dirty="0">
                <a:ln>
                  <a:noFill/>
                </a:ln>
                <a:solidFill>
                  <a:srgbClr val="00467F"/>
                </a:solidFill>
                <a:effectLst/>
                <a:uLnTx/>
                <a:uFillTx/>
                <a:latin typeface="Arial" panose="020B0604020202020204" pitchFamily="34" charset="0"/>
                <a:ea typeface="+mn-ea"/>
                <a:cs typeface="Arial" panose="020B0604020202020204" pitchFamily="34" charset="0"/>
              </a:rPr>
              <a:t>bodily organs</a:t>
            </a:r>
          </a:p>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AU" sz="2000" b="0" i="0" u="none" strike="noStrike" kern="1200" cap="none" spc="0" normalizeH="0" baseline="0" noProof="0" dirty="0">
                <a:ln>
                  <a:noFill/>
                </a:ln>
                <a:solidFill>
                  <a:srgbClr val="00467F"/>
                </a:solidFill>
                <a:effectLst/>
                <a:uLnTx/>
                <a:uFillTx/>
                <a:latin typeface="Arial" panose="020B0604020202020204" pitchFamily="34" charset="0"/>
                <a:ea typeface="+mn-ea"/>
                <a:cs typeface="Arial" panose="020B0604020202020204" pitchFamily="34" charset="0"/>
              </a:rPr>
              <a:t>cell lines</a:t>
            </a:r>
          </a:p>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AU" sz="2000" b="0" i="0" u="none" strike="noStrike" kern="1200" cap="none" spc="0" normalizeH="0" baseline="0" noProof="0" dirty="0">
                <a:ln>
                  <a:noFill/>
                </a:ln>
                <a:solidFill>
                  <a:srgbClr val="00467F"/>
                </a:solidFill>
                <a:effectLst/>
                <a:uLnTx/>
                <a:uFillTx/>
                <a:latin typeface="Arial" panose="020B0604020202020204" pitchFamily="34" charset="0"/>
                <a:ea typeface="+mn-ea"/>
                <a:cs typeface="Arial" panose="020B0604020202020204" pitchFamily="34" charset="0"/>
              </a:rPr>
              <a:t>tissues</a:t>
            </a:r>
          </a:p>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AU" sz="2000" b="0" i="0" u="none" strike="noStrike" kern="1200" cap="none" spc="0" normalizeH="0" baseline="0" noProof="0" dirty="0">
                <a:ln>
                  <a:noFill/>
                </a:ln>
                <a:solidFill>
                  <a:srgbClr val="00467F"/>
                </a:solidFill>
                <a:effectLst/>
                <a:uLnTx/>
                <a:uFillTx/>
                <a:latin typeface="Arial" panose="020B0604020202020204" pitchFamily="34" charset="0"/>
                <a:ea typeface="+mn-ea"/>
                <a:cs typeface="Arial" panose="020B0604020202020204" pitchFamily="34" charset="0"/>
              </a:rPr>
              <a:t>fluids</a:t>
            </a:r>
            <a:endParaRPr kumimoji="0" lang="en-AU" sz="900" b="0" i="0" u="none" strike="noStrike" kern="1200" cap="none" spc="0" normalizeH="0" baseline="0" noProof="0" dirty="0">
              <a:ln>
                <a:noFill/>
              </a:ln>
              <a:solidFill>
                <a:srgbClr val="00467F"/>
              </a:solidFill>
              <a:effectLst/>
              <a:uLnTx/>
              <a:uFillTx/>
              <a:latin typeface="Arial" panose="020B0604020202020204" pitchFamily="34" charset="0"/>
              <a:ea typeface="+mn-ea"/>
              <a:cs typeface="Arial" panose="020B0604020202020204" pitchFamily="34" charset="0"/>
            </a:endParaRPr>
          </a:p>
        </p:txBody>
      </p:sp>
      <p:sp>
        <p:nvSpPr>
          <p:cNvPr id="2" name="TextBox 1"/>
          <p:cNvSpPr txBox="1"/>
          <p:nvPr/>
        </p:nvSpPr>
        <p:spPr>
          <a:xfrm>
            <a:off x="387052" y="273944"/>
            <a:ext cx="794385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AU" sz="3200" b="1" i="0" u="none" strike="noStrike" kern="1200" cap="none" spc="0" normalizeH="0" baseline="0" noProof="0">
                <a:ln>
                  <a:noFill/>
                </a:ln>
                <a:solidFill>
                  <a:srgbClr val="000000"/>
                </a:solidFill>
                <a:effectLst/>
                <a:uLnTx/>
                <a:uFillTx/>
                <a:latin typeface="Lato Black"/>
                <a:ea typeface="+mn-ea"/>
                <a:cs typeface="+mn-cs"/>
              </a:rPr>
              <a:t>WHAT IS HUMAN RESEARCH?</a:t>
            </a:r>
          </a:p>
        </p:txBody>
      </p:sp>
      <p:sp>
        <p:nvSpPr>
          <p:cNvPr id="13" name="TextBox 12"/>
          <p:cNvSpPr txBox="1"/>
          <p:nvPr/>
        </p:nvSpPr>
        <p:spPr>
          <a:xfrm>
            <a:off x="301327" y="869040"/>
            <a:ext cx="11081048" cy="584775"/>
          </a:xfrm>
          <a:prstGeom prst="rect">
            <a:avLst/>
          </a:prstGeom>
          <a:noFill/>
        </p:spPr>
        <p:txBody>
          <a:bodyPr wrap="square" lIns="91440" tIns="45720" rIns="91440" bIns="45720" rtlCol="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AU" sz="3200" b="0" i="0" u="none" strike="noStrike" kern="1200" cap="none" spc="0" normalizeH="0" baseline="0" noProof="0" dirty="0">
                <a:ln>
                  <a:noFill/>
                </a:ln>
                <a:solidFill>
                  <a:srgbClr val="000000"/>
                </a:solidFill>
                <a:effectLst/>
                <a:uLnTx/>
                <a:uFillTx/>
                <a:latin typeface="Arial"/>
                <a:ea typeface="+mn-ea"/>
                <a:cs typeface="Arial"/>
              </a:rPr>
              <a:t>“Research with or about </a:t>
            </a:r>
            <a:r>
              <a:rPr kumimoji="0" lang="en-AU" sz="3200" b="1" i="0" u="none" strike="noStrike" kern="1200" cap="none" spc="0" normalizeH="0" baseline="0" noProof="0" dirty="0">
                <a:ln>
                  <a:noFill/>
                </a:ln>
                <a:solidFill>
                  <a:srgbClr val="00467F"/>
                </a:solidFill>
                <a:effectLst/>
                <a:uLnTx/>
                <a:uFillTx/>
                <a:latin typeface="Arial"/>
                <a:ea typeface="+mn-ea"/>
                <a:cs typeface="Arial"/>
              </a:rPr>
              <a:t>people</a:t>
            </a:r>
            <a:r>
              <a:rPr kumimoji="0" lang="en-AU" sz="3200" b="0" i="0" u="none" strike="noStrike" kern="1200" cap="none" spc="0" normalizeH="0" baseline="0" noProof="0" dirty="0">
                <a:ln>
                  <a:noFill/>
                </a:ln>
                <a:solidFill>
                  <a:srgbClr val="000000"/>
                </a:solidFill>
                <a:effectLst/>
                <a:uLnTx/>
                <a:uFillTx/>
                <a:latin typeface="Arial"/>
                <a:ea typeface="+mn-ea"/>
                <a:cs typeface="Arial"/>
              </a:rPr>
              <a:t>, their </a:t>
            </a:r>
            <a:r>
              <a:rPr kumimoji="0" lang="en-AU" sz="3200" b="1" i="0" u="none" strike="noStrike" kern="1200" cap="none" spc="0" normalizeH="0" baseline="0" noProof="0" dirty="0">
                <a:ln>
                  <a:noFill/>
                </a:ln>
                <a:solidFill>
                  <a:srgbClr val="00467F"/>
                </a:solidFill>
                <a:effectLst/>
                <a:uLnTx/>
                <a:uFillTx/>
                <a:latin typeface="Arial"/>
                <a:ea typeface="+mn-ea"/>
                <a:cs typeface="Arial"/>
              </a:rPr>
              <a:t>tissue</a:t>
            </a:r>
            <a:r>
              <a:rPr kumimoji="0" lang="en-AU" sz="3200" b="1" i="0" u="none" strike="noStrike" kern="1200" cap="none" spc="0" normalizeH="0" baseline="0" noProof="0" dirty="0">
                <a:ln>
                  <a:noFill/>
                </a:ln>
                <a:solidFill>
                  <a:srgbClr val="58B4E0"/>
                </a:solidFill>
                <a:effectLst/>
                <a:uLnTx/>
                <a:uFillTx/>
                <a:latin typeface="Arial"/>
                <a:ea typeface="+mn-ea"/>
                <a:cs typeface="Arial"/>
              </a:rPr>
              <a:t> </a:t>
            </a:r>
            <a:r>
              <a:rPr kumimoji="0" lang="en-AU" sz="3200" b="0" i="0" u="none" strike="noStrike" kern="1200" cap="none" spc="0" normalizeH="0" baseline="0" noProof="0" dirty="0">
                <a:ln>
                  <a:noFill/>
                </a:ln>
                <a:solidFill>
                  <a:srgbClr val="000000"/>
                </a:solidFill>
                <a:effectLst/>
                <a:uLnTx/>
                <a:uFillTx/>
                <a:latin typeface="Arial"/>
                <a:ea typeface="+mn-ea"/>
                <a:cs typeface="Arial"/>
              </a:rPr>
              <a:t>or </a:t>
            </a:r>
            <a:r>
              <a:rPr kumimoji="0" lang="en-AU" sz="3200" b="1" i="0" u="none" strike="noStrike" kern="1200" cap="none" spc="0" normalizeH="0" baseline="0" noProof="0" dirty="0">
                <a:ln>
                  <a:noFill/>
                </a:ln>
                <a:solidFill>
                  <a:srgbClr val="00467F"/>
                </a:solidFill>
                <a:effectLst/>
                <a:uLnTx/>
                <a:uFillTx/>
                <a:latin typeface="Arial"/>
                <a:ea typeface="+mn-ea"/>
                <a:cs typeface="Arial"/>
              </a:rPr>
              <a:t>data</a:t>
            </a:r>
            <a:r>
              <a:rPr kumimoji="0" lang="en-AU" sz="3200" b="0" i="0" u="none" strike="noStrike" kern="1200" cap="none" spc="0" normalizeH="0" baseline="0" noProof="0" dirty="0">
                <a:ln>
                  <a:noFill/>
                </a:ln>
                <a:solidFill>
                  <a:srgbClr val="000000"/>
                </a:solidFill>
                <a:effectLst/>
                <a:uLnTx/>
                <a:uFillTx/>
                <a:latin typeface="Arial"/>
                <a:ea typeface="+mn-ea"/>
                <a:cs typeface="Arial"/>
              </a:rPr>
              <a:t>”</a:t>
            </a:r>
          </a:p>
        </p:txBody>
      </p:sp>
      <p:pic>
        <p:nvPicPr>
          <p:cNvPr id="6146" name="Picture 2" descr="person holding black and white microscope">
            <a:extLst>
              <a:ext uri="{FF2B5EF4-FFF2-40B4-BE49-F238E27FC236}">
                <a16:creationId xmlns:a16="http://schemas.microsoft.com/office/drawing/2014/main" id="{2FFDA3C4-016C-707E-3FDA-66F1E4A3395D}"/>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394368" y="1726007"/>
            <a:ext cx="1644220" cy="2156426"/>
          </a:xfrm>
          <a:prstGeom prst="rect">
            <a:avLst/>
          </a:prstGeom>
          <a:noFill/>
          <a:extLst>
            <a:ext uri="{909E8E84-426E-40DD-AFC4-6F175D3DCCD1}">
              <a14:hiddenFill xmlns:a14="http://schemas.microsoft.com/office/drawing/2010/main">
                <a:solidFill>
                  <a:srgbClr val="FFFFFF"/>
                </a:solidFill>
              </a14:hiddenFill>
            </a:ext>
          </a:extLst>
        </p:spPr>
      </p:pic>
      <p:pic>
        <p:nvPicPr>
          <p:cNvPr id="6148" name="Picture 4" descr="person using laptop computer holding card">
            <a:extLst>
              <a:ext uri="{FF2B5EF4-FFF2-40B4-BE49-F238E27FC236}">
                <a16:creationId xmlns:a16="http://schemas.microsoft.com/office/drawing/2014/main" id="{C09B2D87-5B1E-962E-8DFD-F458D5ED4150}"/>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129944" y="1735300"/>
            <a:ext cx="3198308" cy="2156426"/>
          </a:xfrm>
          <a:prstGeom prst="rect">
            <a:avLst/>
          </a:prstGeom>
          <a:noFill/>
          <a:extLst>
            <a:ext uri="{909E8E84-426E-40DD-AFC4-6F175D3DCCD1}">
              <a14:hiddenFill xmlns:a14="http://schemas.microsoft.com/office/drawing/2010/main">
                <a:solidFill>
                  <a:srgbClr val="FFFFFF"/>
                </a:solidFill>
              </a14:hiddenFill>
            </a:ext>
          </a:extLst>
        </p:spPr>
      </p:pic>
      <p:pic>
        <p:nvPicPr>
          <p:cNvPr id="6152" name="Picture 8" descr="woman placing sticky notes on wall">
            <a:extLst>
              <a:ext uri="{FF2B5EF4-FFF2-40B4-BE49-F238E27FC236}">
                <a16:creationId xmlns:a16="http://schemas.microsoft.com/office/drawing/2014/main" id="{90E611E9-F0F4-E86C-9E52-FBE1BAF5C583}"/>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9745" y="1758455"/>
            <a:ext cx="3198308" cy="2133271"/>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91CE4392-21AC-0E9C-C3C8-6211E2AFED00}"/>
              </a:ext>
            </a:extLst>
          </p:cNvPr>
          <p:cNvSpPr txBox="1"/>
          <p:nvPr/>
        </p:nvSpPr>
        <p:spPr>
          <a:xfrm>
            <a:off x="3994174" y="5767247"/>
            <a:ext cx="7939144" cy="615553"/>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AU" sz="1600" b="0" i="1" u="none" strike="noStrike" kern="1200" cap="none" spc="0" normalizeH="0" baseline="0" noProof="0" dirty="0">
                <a:ln>
                  <a:noFill/>
                </a:ln>
                <a:solidFill>
                  <a:srgbClr val="00467F">
                    <a:lumMod val="60000"/>
                    <a:lumOff val="40000"/>
                  </a:srgbClr>
                </a:solidFill>
                <a:effectLst/>
                <a:uLnTx/>
                <a:uFillTx/>
                <a:latin typeface="Montserrat"/>
                <a:ea typeface="+mn-ea"/>
                <a:cs typeface="+mn-cs"/>
              </a:rPr>
              <a:t>If your project touches people’s lives, it likely needs ethics review.</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dirty="0">
              <a:ln>
                <a:noFill/>
              </a:ln>
              <a:solidFill>
                <a:srgbClr val="000000"/>
              </a:solidFill>
              <a:effectLst/>
              <a:uLnTx/>
              <a:uFillTx/>
              <a:latin typeface="Montserrat"/>
              <a:ea typeface="+mn-ea"/>
              <a:cs typeface="+mn-cs"/>
            </a:endParaRPr>
          </a:p>
        </p:txBody>
      </p:sp>
    </p:spTree>
    <p:extLst>
      <p:ext uri="{BB962C8B-B14F-4D97-AF65-F5344CB8AC3E}">
        <p14:creationId xmlns:p14="http://schemas.microsoft.com/office/powerpoint/2010/main" val="4857365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wipe(up)">
                                      <p:cBhvr>
                                        <p:cTn id="7" dur="500"/>
                                        <p:tgtEl>
                                          <p:spTgt spid="10"/>
                                        </p:tgtEl>
                                      </p:cBhvr>
                                    </p:animEffect>
                                  </p:childTnLst>
                                </p:cTn>
                              </p:par>
                              <p:par>
                                <p:cTn id="8" presetID="22" presetClass="entr" presetSubtype="1" fill="hold" grpId="0"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wipe(up)">
                                      <p:cBhvr>
                                        <p:cTn id="10" dur="500"/>
                                        <p:tgtEl>
                                          <p:spTgt spid="11"/>
                                        </p:tgtEl>
                                      </p:cBhvr>
                                    </p:animEffect>
                                  </p:childTnLst>
                                </p:cTn>
                              </p:par>
                              <p:par>
                                <p:cTn id="11" presetID="22" presetClass="entr" presetSubtype="1"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animEffect transition="in" filter="wipe(up)">
                                      <p:cBhvr>
                                        <p:cTn id="13"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P spid="12"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FA9A450-3B5B-A229-485D-FC11F2A96009}"/>
              </a:ext>
            </a:extLst>
          </p:cNvPr>
          <p:cNvSpPr>
            <a:spLocks noGrp="1"/>
          </p:cNvSpPr>
          <p:nvPr>
            <p:ph idx="1"/>
          </p:nvPr>
        </p:nvSpPr>
        <p:spPr/>
        <p:txBody>
          <a:bodyPr/>
          <a:lstStyle/>
          <a:p>
            <a:r>
              <a:rPr lang="en-US" dirty="0"/>
              <a:t>Literature review</a:t>
            </a:r>
          </a:p>
          <a:p>
            <a:r>
              <a:rPr lang="en-US" dirty="0"/>
              <a:t>Research using public data – e.g. information that has been published, or information that has entered the public domain with the consent of the person(s) with whom the information is associated</a:t>
            </a:r>
          </a:p>
          <a:p>
            <a:r>
              <a:rPr lang="en-US" dirty="0"/>
              <a:t>Research using aggregate data</a:t>
            </a:r>
            <a:endParaRPr lang="en-AU" dirty="0"/>
          </a:p>
        </p:txBody>
      </p:sp>
      <p:sp>
        <p:nvSpPr>
          <p:cNvPr id="3" name="Title 2">
            <a:extLst>
              <a:ext uri="{FF2B5EF4-FFF2-40B4-BE49-F238E27FC236}">
                <a16:creationId xmlns:a16="http://schemas.microsoft.com/office/drawing/2014/main" id="{16E8E701-87BC-1FF1-90A8-C1E409D294B4}"/>
              </a:ext>
            </a:extLst>
          </p:cNvPr>
          <p:cNvSpPr>
            <a:spLocks noGrp="1"/>
          </p:cNvSpPr>
          <p:nvPr>
            <p:ph type="title"/>
          </p:nvPr>
        </p:nvSpPr>
        <p:spPr/>
        <p:txBody>
          <a:bodyPr/>
          <a:lstStyle/>
          <a:p>
            <a:r>
              <a:rPr lang="en-US" dirty="0"/>
              <a:t>What is not human research – watch this space….</a:t>
            </a:r>
            <a:endParaRPr lang="en-AU" dirty="0"/>
          </a:p>
        </p:txBody>
      </p:sp>
      <p:sp>
        <p:nvSpPr>
          <p:cNvPr id="4" name="Slide Number Placeholder 3">
            <a:extLst>
              <a:ext uri="{FF2B5EF4-FFF2-40B4-BE49-F238E27FC236}">
                <a16:creationId xmlns:a16="http://schemas.microsoft.com/office/drawing/2014/main" id="{EDB6F2CA-FD9E-7387-E067-2704D4EA31ED}"/>
              </a:ext>
            </a:extLst>
          </p:cNvPr>
          <p:cNvSpPr>
            <a:spLocks noGrp="1"/>
          </p:cNvSpPr>
          <p:nvPr>
            <p:ph type="sldNum" sz="quarter" idx="4"/>
          </p:nvPr>
        </p:nvSpPr>
        <p:spPr/>
        <p:txBody>
          <a:bodyPr/>
          <a:lstStyle/>
          <a:p>
            <a:fld id="{50DE2101-C65B-4E63-9A0E-F3BD87D4D20C}" type="slidenum">
              <a:rPr lang="en-AU" smtClean="0"/>
              <a:pPr/>
              <a:t>11</a:t>
            </a:fld>
            <a:endParaRPr lang="en-AU" dirty="0"/>
          </a:p>
        </p:txBody>
      </p:sp>
    </p:spTree>
    <p:extLst>
      <p:ext uri="{BB962C8B-B14F-4D97-AF65-F5344CB8AC3E}">
        <p14:creationId xmlns:p14="http://schemas.microsoft.com/office/powerpoint/2010/main" val="1462233579"/>
      </p:ext>
    </p:extLst>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42C35FE5-C461-3531-5A30-2C7CF0F654F0}"/>
              </a:ext>
            </a:extLst>
          </p:cNvPr>
          <p:cNvSpPr>
            <a:spLocks noGrp="1"/>
          </p:cNvSpPr>
          <p:nvPr>
            <p:ph type="sldNum" sz="quarter" idx="4"/>
          </p:nvPr>
        </p:nvSpPr>
        <p:spPr/>
        <p:txBody>
          <a:bodyPr/>
          <a:lstStyle/>
          <a:p>
            <a:fld id="{50DE2101-C65B-4E63-9A0E-F3BD87D4D20C}" type="slidenum">
              <a:rPr lang="en-AU" smtClean="0"/>
              <a:pPr/>
              <a:t>12</a:t>
            </a:fld>
            <a:endParaRPr lang="en-AU" dirty="0"/>
          </a:p>
        </p:txBody>
      </p:sp>
      <p:sp>
        <p:nvSpPr>
          <p:cNvPr id="3" name="Content Placeholder 2">
            <a:extLst>
              <a:ext uri="{FF2B5EF4-FFF2-40B4-BE49-F238E27FC236}">
                <a16:creationId xmlns:a16="http://schemas.microsoft.com/office/drawing/2014/main" id="{1DD14849-CEBC-266B-3934-A92EF5A3894D}"/>
              </a:ext>
            </a:extLst>
          </p:cNvPr>
          <p:cNvSpPr>
            <a:spLocks noGrp="1"/>
          </p:cNvSpPr>
          <p:nvPr>
            <p:ph idx="1"/>
          </p:nvPr>
        </p:nvSpPr>
        <p:spPr/>
        <p:txBody>
          <a:bodyPr/>
          <a:lstStyle/>
          <a:p>
            <a:r>
              <a:rPr lang="en-US" dirty="0"/>
              <a:t>Section 1 Values and principles of ethical conduct</a:t>
            </a:r>
          </a:p>
          <a:p>
            <a:r>
              <a:rPr lang="en-US" dirty="0"/>
              <a:t>Section 2 Themes in research ethics: risk and benefit, consent</a:t>
            </a:r>
          </a:p>
          <a:p>
            <a:r>
              <a:rPr lang="en-US" dirty="0"/>
              <a:t>Section 3 Ethical considerations in the design, development, review and conduct of research</a:t>
            </a:r>
          </a:p>
          <a:p>
            <a:r>
              <a:rPr lang="en-US" dirty="0"/>
              <a:t>Section 4 Ethical considerations specific to participants in research</a:t>
            </a:r>
          </a:p>
          <a:p>
            <a:r>
              <a:rPr lang="en-US" dirty="0"/>
              <a:t>Section 5 Research governance and ethics review</a:t>
            </a:r>
            <a:endParaRPr lang="en-AU" dirty="0"/>
          </a:p>
        </p:txBody>
      </p:sp>
      <p:sp>
        <p:nvSpPr>
          <p:cNvPr id="4" name="Title 3">
            <a:extLst>
              <a:ext uri="{FF2B5EF4-FFF2-40B4-BE49-F238E27FC236}">
                <a16:creationId xmlns:a16="http://schemas.microsoft.com/office/drawing/2014/main" id="{00533B80-5F8C-5EB5-220D-3EA03A6EC4B1}"/>
              </a:ext>
            </a:extLst>
          </p:cNvPr>
          <p:cNvSpPr>
            <a:spLocks noGrp="1"/>
          </p:cNvSpPr>
          <p:nvPr>
            <p:ph type="title"/>
          </p:nvPr>
        </p:nvSpPr>
        <p:spPr/>
        <p:txBody>
          <a:bodyPr/>
          <a:lstStyle/>
          <a:p>
            <a:r>
              <a:rPr lang="en-US" dirty="0"/>
              <a:t>National Statement</a:t>
            </a:r>
            <a:endParaRPr lang="en-AU" dirty="0"/>
          </a:p>
        </p:txBody>
      </p:sp>
    </p:spTree>
    <p:extLst>
      <p:ext uri="{BB962C8B-B14F-4D97-AF65-F5344CB8AC3E}">
        <p14:creationId xmlns:p14="http://schemas.microsoft.com/office/powerpoint/2010/main" val="546510028"/>
      </p:ext>
    </p:extLst>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4" name="Rectangle 2">
            <a:extLst>
              <a:ext uri="{FF2B5EF4-FFF2-40B4-BE49-F238E27FC236}">
                <a16:creationId xmlns:a16="http://schemas.microsoft.com/office/drawing/2014/main" id="{BD73C4ED-0818-683A-90EC-65B15A677375}"/>
              </a:ext>
            </a:extLst>
          </p:cNvPr>
          <p:cNvSpPr>
            <a:spLocks noGrp="1"/>
          </p:cNvSpPr>
          <p:nvPr>
            <p:ph type="title"/>
          </p:nvPr>
        </p:nvSpPr>
        <p:spPr/>
        <p:txBody>
          <a:bodyPr/>
          <a:lstStyle/>
          <a:p>
            <a:pPr eaLnBrk="1" hangingPunct="1"/>
            <a:r>
              <a:rPr lang="en-AU" altLang="en-US">
                <a:ea typeface="ＭＳ Ｐゴシック" panose="020B0600070205080204" pitchFamily="34" charset="-128"/>
              </a:rPr>
              <a:t>National Statement</a:t>
            </a:r>
          </a:p>
        </p:txBody>
      </p:sp>
      <p:sp>
        <p:nvSpPr>
          <p:cNvPr id="49155" name="Rectangle 3">
            <a:extLst>
              <a:ext uri="{FF2B5EF4-FFF2-40B4-BE49-F238E27FC236}">
                <a16:creationId xmlns:a16="http://schemas.microsoft.com/office/drawing/2014/main" id="{8BAAE04A-0FCC-FAC2-9FA7-24D9B97ED3F5}"/>
              </a:ext>
            </a:extLst>
          </p:cNvPr>
          <p:cNvSpPr>
            <a:spLocks noGrp="1"/>
          </p:cNvSpPr>
          <p:nvPr>
            <p:ph idx="1"/>
          </p:nvPr>
        </p:nvSpPr>
        <p:spPr>
          <a:xfrm>
            <a:off x="2217738" y="1585913"/>
            <a:ext cx="6348412" cy="3879850"/>
          </a:xfrm>
        </p:spPr>
        <p:txBody>
          <a:bodyPr/>
          <a:lstStyle/>
          <a:p>
            <a:pPr eaLnBrk="1" hangingPunct="1"/>
            <a:r>
              <a:rPr lang="en-AU" altLang="en-US" sz="2000">
                <a:ea typeface="ＭＳ Ｐゴシック" panose="020B0600070205080204" pitchFamily="34" charset="-128"/>
              </a:rPr>
              <a:t>Values and Principles (Chapter 1)</a:t>
            </a:r>
          </a:p>
          <a:p>
            <a:pPr lvl="1" eaLnBrk="1" hangingPunct="1"/>
            <a:r>
              <a:rPr lang="en-AU" altLang="en-US" sz="1800">
                <a:ea typeface="ＭＳ Ｐゴシック" panose="020B0600070205080204" pitchFamily="34" charset="-128"/>
              </a:rPr>
              <a:t>Research merit and integrity</a:t>
            </a:r>
          </a:p>
          <a:p>
            <a:pPr lvl="1" eaLnBrk="1" hangingPunct="1"/>
            <a:r>
              <a:rPr lang="en-AU" altLang="en-US" sz="1800">
                <a:ea typeface="ＭＳ Ｐゴシック" panose="020B0600070205080204" pitchFamily="34" charset="-128"/>
              </a:rPr>
              <a:t>Justice</a:t>
            </a:r>
          </a:p>
          <a:p>
            <a:pPr lvl="1" eaLnBrk="1" hangingPunct="1"/>
            <a:r>
              <a:rPr lang="en-AU" altLang="en-US" sz="1800">
                <a:ea typeface="ＭＳ Ｐゴシック" panose="020B0600070205080204" pitchFamily="34" charset="-128"/>
              </a:rPr>
              <a:t>Beneficence</a:t>
            </a:r>
          </a:p>
          <a:p>
            <a:pPr lvl="1" eaLnBrk="1" hangingPunct="1"/>
            <a:r>
              <a:rPr lang="en-AU" altLang="en-US" sz="1800">
                <a:ea typeface="ＭＳ Ｐゴシック" panose="020B0600070205080204" pitchFamily="34" charset="-128"/>
              </a:rPr>
              <a:t>Respect</a:t>
            </a:r>
          </a:p>
          <a:p>
            <a:pPr eaLnBrk="1" hangingPunct="1"/>
            <a:r>
              <a:rPr lang="en-AU" altLang="en-US" sz="2000">
                <a:ea typeface="ＭＳ Ｐゴシック" panose="020B0600070205080204" pitchFamily="34" charset="-128"/>
              </a:rPr>
              <a:t>Themes (Chapter 2)</a:t>
            </a:r>
          </a:p>
          <a:p>
            <a:pPr lvl="1" eaLnBrk="1" hangingPunct="1"/>
            <a:r>
              <a:rPr lang="en-AU" altLang="en-US" sz="1800">
                <a:ea typeface="ＭＳ Ｐゴシック" panose="020B0600070205080204" pitchFamily="34" charset="-128"/>
              </a:rPr>
              <a:t>Risks and benefits</a:t>
            </a:r>
          </a:p>
          <a:p>
            <a:pPr lvl="1" eaLnBrk="1" hangingPunct="1"/>
            <a:r>
              <a:rPr lang="en-AU" altLang="en-US" sz="1800">
                <a:ea typeface="ＭＳ Ｐゴシック" panose="020B0600070205080204" pitchFamily="34" charset="-128"/>
              </a:rPr>
              <a:t>Informed consent</a:t>
            </a:r>
          </a:p>
          <a:p>
            <a:pPr eaLnBrk="1" hangingPunct="1"/>
            <a:endParaRPr lang="en-AU" altLang="en-US">
              <a:ea typeface="ＭＳ Ｐゴシック" panose="020B0600070205080204" pitchFamily="34" charset="-128"/>
            </a:endParaRPr>
          </a:p>
        </p:txBody>
      </p:sp>
      <p:sp>
        <p:nvSpPr>
          <p:cNvPr id="49156" name="Slide Number Placeholder 3">
            <a:extLst>
              <a:ext uri="{FF2B5EF4-FFF2-40B4-BE49-F238E27FC236}">
                <a16:creationId xmlns:a16="http://schemas.microsoft.com/office/drawing/2014/main" id="{76766B06-C5F8-ADF7-49F9-623D1EF7C29B}"/>
              </a:ext>
            </a:extLst>
          </p:cNvPr>
          <p:cNvSpPr>
            <a:spLocks noGrp="1"/>
          </p:cNvSpPr>
          <p:nvPr>
            <p:ph type="sldNum" sz="quarter" idx="12"/>
          </p:nvPr>
        </p:nvSpPr>
        <p:spPr bwMode="auto">
          <a:xfrm>
            <a:off x="6445250" y="6042025"/>
            <a:ext cx="512763" cy="365125"/>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defPPr>
              <a:defRPr lang="en-US"/>
            </a:defPPr>
            <a:lvl1pPr algn="r" defTabSz="457200" rtl="0" eaLnBrk="0" fontAlgn="base" hangingPunct="0">
              <a:spcBef>
                <a:spcPct val="0"/>
              </a:spcBef>
              <a:spcAft>
                <a:spcPct val="0"/>
              </a:spcAft>
              <a:defRPr sz="900" kern="1200">
                <a:solidFill>
                  <a:schemeClr val="accent1"/>
                </a:solidFill>
                <a:latin typeface="Arial" panose="020B0604020202020204" pitchFamily="34" charset="0"/>
                <a:ea typeface="ＭＳ Ｐゴシック" panose="020B0600070205080204" pitchFamily="34" charset="-128"/>
                <a:cs typeface="+mn-cs"/>
              </a:defRPr>
            </a:lvl1pPr>
            <a:lvl2pPr marL="457200" algn="l" defTabSz="457200" rtl="0" eaLnBrk="0" fontAlgn="base" hangingPunct="0">
              <a:spcBef>
                <a:spcPct val="0"/>
              </a:spcBef>
              <a:spcAft>
                <a:spcPct val="0"/>
              </a:spcAft>
              <a:defRPr sz="2400" kern="1200">
                <a:solidFill>
                  <a:schemeClr val="tx1"/>
                </a:solidFill>
                <a:latin typeface="Arial" panose="020B0604020202020204" pitchFamily="34" charset="0"/>
                <a:ea typeface="ＭＳ Ｐゴシック" panose="020B0600070205080204" pitchFamily="34" charset="-128"/>
                <a:cs typeface="+mn-cs"/>
              </a:defRPr>
            </a:lvl2pPr>
            <a:lvl3pPr marL="914400" algn="l" defTabSz="457200" rtl="0" eaLnBrk="0" fontAlgn="base" hangingPunct="0">
              <a:spcBef>
                <a:spcPct val="0"/>
              </a:spcBef>
              <a:spcAft>
                <a:spcPct val="0"/>
              </a:spcAft>
              <a:defRPr sz="2400" kern="1200">
                <a:solidFill>
                  <a:schemeClr val="tx1"/>
                </a:solidFill>
                <a:latin typeface="Arial" panose="020B0604020202020204" pitchFamily="34" charset="0"/>
                <a:ea typeface="ＭＳ Ｐゴシック" panose="020B0600070205080204" pitchFamily="34" charset="-128"/>
                <a:cs typeface="+mn-cs"/>
              </a:defRPr>
            </a:lvl3pPr>
            <a:lvl4pPr marL="1371600" algn="l" defTabSz="457200" rtl="0" eaLnBrk="0" fontAlgn="base" hangingPunct="0">
              <a:spcBef>
                <a:spcPct val="0"/>
              </a:spcBef>
              <a:spcAft>
                <a:spcPct val="0"/>
              </a:spcAft>
              <a:defRPr sz="2400" kern="1200">
                <a:solidFill>
                  <a:schemeClr val="tx1"/>
                </a:solidFill>
                <a:latin typeface="Arial" panose="020B0604020202020204" pitchFamily="34" charset="0"/>
                <a:ea typeface="ＭＳ Ｐゴシック" panose="020B0600070205080204" pitchFamily="34" charset="-128"/>
                <a:cs typeface="+mn-cs"/>
              </a:defRPr>
            </a:lvl4pPr>
            <a:lvl5pPr marL="1828800" algn="l" defTabSz="457200" rtl="0" eaLnBrk="0" fontAlgn="base" hangingPunct="0">
              <a:spcBef>
                <a:spcPct val="0"/>
              </a:spcBef>
              <a:spcAft>
                <a:spcPct val="0"/>
              </a:spcAft>
              <a:defRPr sz="2400"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sz="2400"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sz="2400"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sz="2400"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sz="2400" kern="1200">
                <a:solidFill>
                  <a:schemeClr val="tx1"/>
                </a:solidFill>
                <a:latin typeface="Arial" panose="020B0604020202020204" pitchFamily="34" charset="0"/>
                <a:ea typeface="ＭＳ Ｐゴシック" panose="020B0600070205080204" pitchFamily="34" charset="-128"/>
                <a:cs typeface="+mn-cs"/>
              </a:defRPr>
            </a:lvl9pPr>
          </a:lstStyle>
          <a:p>
            <a:pPr>
              <a:spcBef>
                <a:spcPct val="0"/>
              </a:spcBef>
              <a:buClrTx/>
              <a:buSzTx/>
              <a:buFontTx/>
              <a:buNone/>
              <a:defRPr/>
            </a:pPr>
            <a:fld id="{157B3EB1-FDAA-4A56-ABD5-3B717D37E239}" type="slidenum">
              <a:rPr lang="en-AU" altLang="en-US" smtClean="0"/>
              <a:pPr>
                <a:spcBef>
                  <a:spcPct val="0"/>
                </a:spcBef>
                <a:buClrTx/>
                <a:buSzTx/>
                <a:buFontTx/>
                <a:buNone/>
                <a:defRPr/>
              </a:pPr>
              <a:t>13</a:t>
            </a:fld>
            <a:endParaRPr lang="en-AU" altLang="en-US">
              <a:solidFill>
                <a:schemeClr val="accent1"/>
              </a:solidFill>
              <a:latin typeface="Arial" panose="020B0604020202020204" pitchFamily="34" charset="0"/>
            </a:endParaRPr>
          </a:p>
        </p:txBody>
      </p:sp>
      <p:sp>
        <p:nvSpPr>
          <p:cNvPr id="2" name="Footer Placeholder 1">
            <a:extLst>
              <a:ext uri="{FF2B5EF4-FFF2-40B4-BE49-F238E27FC236}">
                <a16:creationId xmlns:a16="http://schemas.microsoft.com/office/drawing/2014/main" id="{62B50267-ADFA-D73B-6B68-7FEA91BB50AA}"/>
              </a:ext>
            </a:extLst>
          </p:cNvPr>
          <p:cNvSpPr>
            <a:spLocks noGrp="1"/>
          </p:cNvSpPr>
          <p:nvPr>
            <p:ph type="ftr" sz="quarter" idx="11"/>
          </p:nvPr>
        </p:nvSpPr>
        <p:spPr>
          <a:xfrm>
            <a:off x="609600" y="6042025"/>
            <a:ext cx="4622800" cy="365125"/>
          </a:xfrm>
          <a:prstGeom prst="rect">
            <a:avLst/>
          </a:prstGeom>
        </p:spPr>
        <p:txBody>
          <a:bodyPr vert="horz" lIns="91440" tIns="45720" rIns="91440" bIns="45720" rtlCol="0" anchor="ctr"/>
          <a:lstStyle>
            <a:defPPr>
              <a:defRPr lang="en-US"/>
            </a:defPPr>
            <a:lvl1pPr algn="l" defTabSz="457200" rtl="0" eaLnBrk="0" fontAlgn="base" hangingPunct="0">
              <a:spcBef>
                <a:spcPct val="0"/>
              </a:spcBef>
              <a:spcAft>
                <a:spcPct val="0"/>
              </a:spcAft>
              <a:defRPr sz="900" kern="1200">
                <a:solidFill>
                  <a:schemeClr val="tx1">
                    <a:tint val="75000"/>
                  </a:schemeClr>
                </a:solidFill>
                <a:latin typeface="Arial" panose="020B0604020202020204" pitchFamily="34" charset="0"/>
                <a:ea typeface="ＭＳ Ｐゴシック" panose="020B0600070205080204" pitchFamily="34" charset="-128"/>
                <a:cs typeface="+mn-cs"/>
              </a:defRPr>
            </a:lvl1pPr>
            <a:lvl2pPr marL="457200" algn="l" defTabSz="457200" rtl="0" eaLnBrk="0" fontAlgn="base" hangingPunct="0">
              <a:spcBef>
                <a:spcPct val="0"/>
              </a:spcBef>
              <a:spcAft>
                <a:spcPct val="0"/>
              </a:spcAft>
              <a:defRPr sz="2400" kern="1200">
                <a:solidFill>
                  <a:schemeClr val="tx1"/>
                </a:solidFill>
                <a:latin typeface="Arial" panose="020B0604020202020204" pitchFamily="34" charset="0"/>
                <a:ea typeface="ＭＳ Ｐゴシック" panose="020B0600070205080204" pitchFamily="34" charset="-128"/>
                <a:cs typeface="+mn-cs"/>
              </a:defRPr>
            </a:lvl2pPr>
            <a:lvl3pPr marL="914400" algn="l" defTabSz="457200" rtl="0" eaLnBrk="0" fontAlgn="base" hangingPunct="0">
              <a:spcBef>
                <a:spcPct val="0"/>
              </a:spcBef>
              <a:spcAft>
                <a:spcPct val="0"/>
              </a:spcAft>
              <a:defRPr sz="2400" kern="1200">
                <a:solidFill>
                  <a:schemeClr val="tx1"/>
                </a:solidFill>
                <a:latin typeface="Arial" panose="020B0604020202020204" pitchFamily="34" charset="0"/>
                <a:ea typeface="ＭＳ Ｐゴシック" panose="020B0600070205080204" pitchFamily="34" charset="-128"/>
                <a:cs typeface="+mn-cs"/>
              </a:defRPr>
            </a:lvl3pPr>
            <a:lvl4pPr marL="1371600" algn="l" defTabSz="457200" rtl="0" eaLnBrk="0" fontAlgn="base" hangingPunct="0">
              <a:spcBef>
                <a:spcPct val="0"/>
              </a:spcBef>
              <a:spcAft>
                <a:spcPct val="0"/>
              </a:spcAft>
              <a:defRPr sz="2400" kern="1200">
                <a:solidFill>
                  <a:schemeClr val="tx1"/>
                </a:solidFill>
                <a:latin typeface="Arial" panose="020B0604020202020204" pitchFamily="34" charset="0"/>
                <a:ea typeface="ＭＳ Ｐゴシック" panose="020B0600070205080204" pitchFamily="34" charset="-128"/>
                <a:cs typeface="+mn-cs"/>
              </a:defRPr>
            </a:lvl4pPr>
            <a:lvl5pPr marL="1828800" algn="l" defTabSz="457200" rtl="0" eaLnBrk="0" fontAlgn="base" hangingPunct="0">
              <a:spcBef>
                <a:spcPct val="0"/>
              </a:spcBef>
              <a:spcAft>
                <a:spcPct val="0"/>
              </a:spcAft>
              <a:defRPr sz="2400"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sz="2400"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sz="2400"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sz="2400"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sz="2400" kern="1200">
                <a:solidFill>
                  <a:schemeClr val="tx1"/>
                </a:solidFill>
                <a:latin typeface="Arial" panose="020B0604020202020204" pitchFamily="34" charset="0"/>
                <a:ea typeface="ＭＳ Ｐゴシック" panose="020B0600070205080204" pitchFamily="34" charset="-128"/>
                <a:cs typeface="+mn-cs"/>
              </a:defRPr>
            </a:lvl9pPr>
          </a:lstStyle>
          <a:p>
            <a:pPr>
              <a:defRPr/>
            </a:pPr>
            <a:endParaRPr lang="en-AU"/>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5">
            <a:extLst>
              <a:ext uri="{FF2B5EF4-FFF2-40B4-BE49-F238E27FC236}">
                <a16:creationId xmlns:a16="http://schemas.microsoft.com/office/drawing/2014/main" id="{EF7B23D3-1F72-909B-C183-8EC759DD001D}"/>
              </a:ext>
            </a:extLst>
          </p:cNvPr>
          <p:cNvSpPr txBox="1"/>
          <p:nvPr/>
        </p:nvSpPr>
        <p:spPr>
          <a:xfrm>
            <a:off x="1484053" y="337678"/>
            <a:ext cx="6259311" cy="830997"/>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AU" sz="2400" b="1" dirty="0">
                <a:solidFill>
                  <a:schemeClr val="accent1">
                    <a:lumMod val="75000"/>
                  </a:schemeClr>
                </a:solidFill>
                <a:latin typeface="Calibri" panose="020F0502020204030204" pitchFamily="34" charset="0"/>
                <a:cs typeface="Calibri" panose="020F0502020204030204" pitchFamily="34" charset="0"/>
              </a:rPr>
              <a:t>National Statement on Ethical Conduct</a:t>
            </a:r>
          </a:p>
          <a:p>
            <a:pPr algn="ctr"/>
            <a:r>
              <a:rPr lang="en-AU" sz="2400" b="1" dirty="0">
                <a:solidFill>
                  <a:schemeClr val="accent1">
                    <a:lumMod val="75000"/>
                  </a:schemeClr>
                </a:solidFill>
                <a:latin typeface="Calibri" panose="020F0502020204030204" pitchFamily="34" charset="0"/>
                <a:cs typeface="Calibri" panose="020F0502020204030204" pitchFamily="34" charset="0"/>
              </a:rPr>
              <a:t> in Human Research 2025</a:t>
            </a:r>
          </a:p>
        </p:txBody>
      </p:sp>
      <p:pic>
        <p:nvPicPr>
          <p:cNvPr id="1026" name="Picture 2">
            <a:extLst>
              <a:ext uri="{FF2B5EF4-FFF2-40B4-BE49-F238E27FC236}">
                <a16:creationId xmlns:a16="http://schemas.microsoft.com/office/drawing/2014/main" id="{98AFAC8E-8BF0-755A-C305-CFB4B290539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64903" y="314526"/>
            <a:ext cx="819150" cy="781050"/>
          </a:xfrm>
          <a:prstGeom prst="rect">
            <a:avLst/>
          </a:prstGeom>
          <a:noFill/>
          <a:extLst>
            <a:ext uri="{909E8E84-426E-40DD-AFC4-6F175D3DCCD1}">
              <a14:hiddenFill xmlns:a14="http://schemas.microsoft.com/office/drawing/2010/main">
                <a:solidFill>
                  <a:srgbClr val="FFFFFF"/>
                </a:solidFill>
              </a14:hiddenFill>
            </a:ext>
          </a:extLst>
        </p:spPr>
      </p:pic>
      <p:sp>
        <p:nvSpPr>
          <p:cNvPr id="4" name="Content Placeholder 7">
            <a:extLst>
              <a:ext uri="{FF2B5EF4-FFF2-40B4-BE49-F238E27FC236}">
                <a16:creationId xmlns:a16="http://schemas.microsoft.com/office/drawing/2014/main" id="{3467F8E6-BECA-A32D-9466-C08E618E15AA}"/>
              </a:ext>
            </a:extLst>
          </p:cNvPr>
          <p:cNvSpPr txBox="1">
            <a:spLocks/>
          </p:cNvSpPr>
          <p:nvPr/>
        </p:nvSpPr>
        <p:spPr>
          <a:xfrm>
            <a:off x="790215" y="1120548"/>
            <a:ext cx="3823493" cy="2483785"/>
          </a:xfrm>
          <a:prstGeom prst="rect">
            <a:avLst/>
          </a:prstGeom>
          <a:solidFill>
            <a:schemeClr val="accent3">
              <a:lumMod val="20000"/>
              <a:lumOff val="80000"/>
              <a:alpha val="78000"/>
            </a:schemeClr>
          </a:solidFill>
        </p:spPr>
        <p:txBody>
          <a:bodyPr>
            <a:noAutofit/>
          </a:bodyPr>
          <a:lstStyle>
            <a:defPPr>
              <a:defRPr lang="en-US"/>
            </a:defPPr>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AU" sz="1600" b="1" u="sng" dirty="0">
                <a:solidFill>
                  <a:srgbClr val="C00000"/>
                </a:solidFill>
                <a:effectLst>
                  <a:glow rad="63500">
                    <a:schemeClr val="bg1">
                      <a:alpha val="40000"/>
                    </a:schemeClr>
                  </a:glow>
                </a:effectLst>
                <a:latin typeface="Arial" panose="020B0604020202020204" pitchFamily="34" charset="0"/>
                <a:ea typeface="ヒラギノ角ゴ ProN W3" charset="0"/>
                <a:cs typeface="Arial" panose="020B0604020202020204" pitchFamily="34" charset="0"/>
              </a:rPr>
              <a:t>Merit and integrity</a:t>
            </a:r>
          </a:p>
          <a:p>
            <a:pPr>
              <a:lnSpc>
                <a:spcPct val="100000"/>
              </a:lnSpc>
            </a:pPr>
            <a:r>
              <a:rPr lang="en-US" sz="1600" dirty="0">
                <a:solidFill>
                  <a:srgbClr val="C00000"/>
                </a:solidFill>
                <a:effectLst>
                  <a:glow rad="63500">
                    <a:schemeClr val="bg1">
                      <a:alpha val="40000"/>
                    </a:schemeClr>
                  </a:glow>
                </a:effectLst>
                <a:latin typeface="Arial" panose="020B0604020202020204" pitchFamily="34" charset="0"/>
                <a:cs typeface="Arial" panose="020B0604020202020204" pitchFamily="34" charset="0"/>
              </a:rPr>
              <a:t>Justifiable by its potential benefit</a:t>
            </a:r>
          </a:p>
          <a:p>
            <a:pPr>
              <a:lnSpc>
                <a:spcPct val="100000"/>
              </a:lnSpc>
            </a:pPr>
            <a:r>
              <a:rPr lang="en-US" sz="1600" dirty="0">
                <a:solidFill>
                  <a:srgbClr val="C00000"/>
                </a:solidFill>
                <a:effectLst>
                  <a:glow rad="63500">
                    <a:schemeClr val="bg1">
                      <a:alpha val="40000"/>
                    </a:schemeClr>
                  </a:glow>
                </a:effectLst>
                <a:latin typeface="Arial" panose="020B0604020202020204" pitchFamily="34" charset="0"/>
                <a:cs typeface="Arial" panose="020B0604020202020204" pitchFamily="34" charset="0"/>
              </a:rPr>
              <a:t>Based on current literature</a:t>
            </a:r>
          </a:p>
          <a:p>
            <a:pPr>
              <a:lnSpc>
                <a:spcPct val="100000"/>
              </a:lnSpc>
            </a:pPr>
            <a:r>
              <a:rPr lang="en-US" sz="1600" dirty="0">
                <a:solidFill>
                  <a:srgbClr val="C00000"/>
                </a:solidFill>
                <a:effectLst>
                  <a:glow rad="63500">
                    <a:schemeClr val="bg1">
                      <a:alpha val="40000"/>
                    </a:schemeClr>
                  </a:glow>
                </a:effectLst>
                <a:latin typeface="Arial" panose="020B0604020202020204" pitchFamily="34" charset="0"/>
                <a:cs typeface="Arial" panose="020B0604020202020204" pitchFamily="34" charset="0"/>
              </a:rPr>
              <a:t>Researcher experience, qualifications</a:t>
            </a:r>
          </a:p>
          <a:p>
            <a:pPr>
              <a:lnSpc>
                <a:spcPct val="100000"/>
              </a:lnSpc>
            </a:pPr>
            <a:r>
              <a:rPr lang="en-US" sz="1600" dirty="0">
                <a:solidFill>
                  <a:srgbClr val="C00000"/>
                </a:solidFill>
                <a:effectLst>
                  <a:glow rad="63500">
                    <a:schemeClr val="bg1">
                      <a:alpha val="40000"/>
                    </a:schemeClr>
                  </a:glow>
                </a:effectLst>
                <a:latin typeface="Arial" panose="020B0604020202020204" pitchFamily="34" charset="0"/>
                <a:cs typeface="Arial" panose="020B0604020202020204" pitchFamily="34" charset="0"/>
              </a:rPr>
              <a:t>Methods appropriate for aims</a:t>
            </a:r>
          </a:p>
          <a:p>
            <a:pPr>
              <a:lnSpc>
                <a:spcPct val="100000"/>
              </a:lnSpc>
            </a:pPr>
            <a:r>
              <a:rPr lang="en-US" sz="1600" dirty="0">
                <a:solidFill>
                  <a:srgbClr val="C00000"/>
                </a:solidFill>
                <a:effectLst>
                  <a:glow rad="63500">
                    <a:schemeClr val="bg1">
                      <a:alpha val="40000"/>
                    </a:schemeClr>
                  </a:glow>
                </a:effectLst>
                <a:latin typeface="Arial" panose="020B0604020202020204" pitchFamily="34" charset="0"/>
                <a:cs typeface="Arial" panose="020B0604020202020204" pitchFamily="34" charset="0"/>
              </a:rPr>
              <a:t>Contribute to knowledge and understanding</a:t>
            </a:r>
          </a:p>
        </p:txBody>
      </p:sp>
      <p:sp>
        <p:nvSpPr>
          <p:cNvPr id="11" name="Rectangle 10">
            <a:extLst>
              <a:ext uri="{FF2B5EF4-FFF2-40B4-BE49-F238E27FC236}">
                <a16:creationId xmlns:a16="http://schemas.microsoft.com/office/drawing/2014/main" id="{8F5CCA92-B49C-4D85-6487-FFCDF68DC847}"/>
              </a:ext>
            </a:extLst>
          </p:cNvPr>
          <p:cNvSpPr/>
          <p:nvPr/>
        </p:nvSpPr>
        <p:spPr>
          <a:xfrm>
            <a:off x="790215" y="3680731"/>
            <a:ext cx="2972988" cy="2210862"/>
          </a:xfrm>
          <a:prstGeom prst="rect">
            <a:avLst/>
          </a:prstGeom>
          <a:solidFill>
            <a:srgbClr val="92D050">
              <a:alpha val="10000"/>
            </a:srgbClr>
          </a:solid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AU" sz="1600" b="1" u="sng" dirty="0">
                <a:solidFill>
                  <a:srgbClr val="C00000"/>
                </a:solidFill>
                <a:effectLst>
                  <a:glow rad="101600">
                    <a:schemeClr val="bg1">
                      <a:alpha val="40000"/>
                    </a:schemeClr>
                  </a:glow>
                </a:effectLst>
                <a:latin typeface="Arial" panose="020B0604020202020204" pitchFamily="34" charset="0"/>
                <a:ea typeface="ヒラギノ角ゴ ProN W3" charset="0"/>
                <a:cs typeface="Arial" panose="020B0604020202020204" pitchFamily="34" charset="0"/>
              </a:rPr>
              <a:t>Beneficence</a:t>
            </a:r>
          </a:p>
          <a:p>
            <a:pPr marL="285750" indent="-285750">
              <a:spcBef>
                <a:spcPts val="1000"/>
              </a:spcBef>
              <a:buFont typeface="Arial" panose="020B0604020202020204" pitchFamily="34" charset="0"/>
              <a:buChar char="•"/>
            </a:pPr>
            <a:r>
              <a:rPr lang="en-AU" sz="1600" dirty="0">
                <a:solidFill>
                  <a:srgbClr val="C00000"/>
                </a:solidFill>
                <a:effectLst>
                  <a:glow rad="101600">
                    <a:schemeClr val="bg1">
                      <a:alpha val="40000"/>
                    </a:schemeClr>
                  </a:glow>
                </a:effectLst>
                <a:latin typeface="Arial" panose="020B0604020202020204" pitchFamily="34" charset="0"/>
                <a:ea typeface="ヒラギノ角ゴ ProN W3" charset="0"/>
                <a:cs typeface="Arial" panose="020B0604020202020204" pitchFamily="34" charset="0"/>
              </a:rPr>
              <a:t>Designed to minimise harm</a:t>
            </a:r>
          </a:p>
          <a:p>
            <a:pPr marL="285750" indent="-285750">
              <a:spcBef>
                <a:spcPts val="1000"/>
              </a:spcBef>
              <a:buFont typeface="Arial" panose="020B0604020202020204" pitchFamily="34" charset="0"/>
              <a:buChar char="•"/>
            </a:pPr>
            <a:r>
              <a:rPr lang="en-AU" sz="1600" dirty="0">
                <a:solidFill>
                  <a:srgbClr val="C00000"/>
                </a:solidFill>
                <a:effectLst>
                  <a:glow rad="101600">
                    <a:schemeClr val="bg1">
                      <a:alpha val="40000"/>
                    </a:schemeClr>
                  </a:glow>
                </a:effectLst>
                <a:latin typeface="Arial" panose="020B0604020202020204" pitchFamily="34" charset="0"/>
                <a:ea typeface="ヒラギノ角ゴ ProN W3" charset="0"/>
                <a:cs typeface="Arial" panose="020B0604020202020204" pitchFamily="34" charset="0"/>
              </a:rPr>
              <a:t>Is the project beneficial </a:t>
            </a:r>
          </a:p>
          <a:p>
            <a:pPr marL="285750" indent="-285750">
              <a:spcBef>
                <a:spcPts val="1000"/>
              </a:spcBef>
              <a:buFont typeface="Arial" panose="020B0604020202020204" pitchFamily="34" charset="0"/>
              <a:buChar char="•"/>
            </a:pPr>
            <a:r>
              <a:rPr lang="en-AU" sz="1600" dirty="0">
                <a:solidFill>
                  <a:srgbClr val="C00000"/>
                </a:solidFill>
                <a:effectLst>
                  <a:glow rad="101600">
                    <a:schemeClr val="bg1">
                      <a:alpha val="40000"/>
                    </a:schemeClr>
                  </a:glow>
                </a:effectLst>
                <a:latin typeface="Arial" panose="020B0604020202020204" pitchFamily="34" charset="0"/>
                <a:ea typeface="ヒラギノ角ゴ ProN W3" charset="0"/>
                <a:cs typeface="Arial" panose="020B0604020202020204" pitchFamily="34" charset="0"/>
              </a:rPr>
              <a:t>Risks managed &amp; disclosed </a:t>
            </a:r>
          </a:p>
          <a:p>
            <a:pPr marL="285750" indent="-285750">
              <a:spcBef>
                <a:spcPts val="1000"/>
              </a:spcBef>
              <a:buFont typeface="Arial" panose="020B0604020202020204" pitchFamily="34" charset="0"/>
              <a:buChar char="•"/>
            </a:pPr>
            <a:r>
              <a:rPr lang="en-AU" sz="1600" dirty="0">
                <a:solidFill>
                  <a:srgbClr val="C00000"/>
                </a:solidFill>
                <a:effectLst>
                  <a:glow rad="101600">
                    <a:schemeClr val="bg1">
                      <a:alpha val="40000"/>
                    </a:schemeClr>
                  </a:glow>
                </a:effectLst>
                <a:latin typeface="Arial" panose="020B0604020202020204" pitchFamily="34" charset="0"/>
                <a:ea typeface="ヒラギノ角ゴ ProN W3" charset="0"/>
                <a:cs typeface="Arial" panose="020B0604020202020204" pitchFamily="34" charset="0"/>
              </a:rPr>
              <a:t>Benefits outweigh any risks</a:t>
            </a:r>
          </a:p>
          <a:p>
            <a:pPr marL="285750" indent="-285750">
              <a:spcBef>
                <a:spcPts val="1000"/>
              </a:spcBef>
              <a:buFont typeface="Arial" panose="020B0604020202020204" pitchFamily="34" charset="0"/>
              <a:buChar char="•"/>
            </a:pPr>
            <a:r>
              <a:rPr lang="en-AU" sz="1600" dirty="0">
                <a:solidFill>
                  <a:srgbClr val="C00000"/>
                </a:solidFill>
                <a:effectLst>
                  <a:glow rad="101600">
                    <a:schemeClr val="bg1">
                      <a:alpha val="40000"/>
                    </a:schemeClr>
                  </a:glow>
                </a:effectLst>
                <a:latin typeface="Arial" panose="020B0604020202020204" pitchFamily="34" charset="0"/>
                <a:ea typeface="ヒラギノ角ゴ ProN W3" charset="0"/>
                <a:cs typeface="Arial" panose="020B0604020202020204" pitchFamily="34" charset="0"/>
              </a:rPr>
              <a:t>Fair access to benefits</a:t>
            </a:r>
          </a:p>
        </p:txBody>
      </p:sp>
      <p:sp>
        <p:nvSpPr>
          <p:cNvPr id="12" name="Content Placeholder 7">
            <a:extLst>
              <a:ext uri="{FF2B5EF4-FFF2-40B4-BE49-F238E27FC236}">
                <a16:creationId xmlns:a16="http://schemas.microsoft.com/office/drawing/2014/main" id="{EC2F516A-2145-37EE-E60B-6CDFE78CE7E0}"/>
              </a:ext>
            </a:extLst>
          </p:cNvPr>
          <p:cNvSpPr txBox="1">
            <a:spLocks/>
          </p:cNvSpPr>
          <p:nvPr/>
        </p:nvSpPr>
        <p:spPr>
          <a:xfrm>
            <a:off x="4779410" y="1376259"/>
            <a:ext cx="3345447" cy="2035725"/>
          </a:xfrm>
          <a:prstGeom prst="rect">
            <a:avLst/>
          </a:prstGeom>
          <a:solidFill>
            <a:schemeClr val="accent4">
              <a:lumMod val="20000"/>
              <a:lumOff val="80000"/>
            </a:schemeClr>
          </a:solidFill>
        </p:spPr>
        <p:txBody>
          <a:bodyPr>
            <a:normAutofit fontScale="92500" lnSpcReduction="20000"/>
          </a:bodyPr>
          <a:lstStyle>
            <a:defPPr>
              <a:defRPr lang="en-US"/>
            </a:defPPr>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AU" sz="1600" b="1" u="sng" dirty="0">
                <a:solidFill>
                  <a:srgbClr val="C00000"/>
                </a:solidFill>
                <a:effectLst>
                  <a:glow rad="63500">
                    <a:schemeClr val="bg1">
                      <a:alpha val="40000"/>
                    </a:schemeClr>
                  </a:glow>
                </a:effectLst>
                <a:latin typeface="Arial" panose="020B0604020202020204" pitchFamily="34" charset="0"/>
                <a:ea typeface="ヒラギノ角ゴ ProN W3" charset="0"/>
                <a:cs typeface="Arial" panose="020B0604020202020204" pitchFamily="34" charset="0"/>
              </a:rPr>
              <a:t>Justice</a:t>
            </a:r>
          </a:p>
          <a:p>
            <a:pPr>
              <a:lnSpc>
                <a:spcPct val="110000"/>
              </a:lnSpc>
            </a:pPr>
            <a:r>
              <a:rPr lang="en-AU" sz="1600" dirty="0">
                <a:solidFill>
                  <a:srgbClr val="C00000"/>
                </a:solidFill>
                <a:effectLst>
                  <a:glow rad="63500">
                    <a:schemeClr val="bg1">
                      <a:alpha val="40000"/>
                    </a:schemeClr>
                  </a:glow>
                </a:effectLst>
                <a:latin typeface="Arial" panose="020B0604020202020204" pitchFamily="34" charset="0"/>
                <a:ea typeface="ヒラギノ角ゴ ProN W3" charset="0"/>
                <a:cs typeface="Arial" panose="020B0604020202020204" pitchFamily="34" charset="0"/>
              </a:rPr>
              <a:t>Inclusion/exclusion criteria, fair</a:t>
            </a:r>
          </a:p>
          <a:p>
            <a:pPr>
              <a:lnSpc>
                <a:spcPct val="110000"/>
              </a:lnSpc>
            </a:pPr>
            <a:r>
              <a:rPr lang="en-AU" sz="1600" dirty="0">
                <a:solidFill>
                  <a:srgbClr val="C00000"/>
                </a:solidFill>
                <a:effectLst>
                  <a:glow rad="63500">
                    <a:schemeClr val="bg1">
                      <a:alpha val="40000"/>
                    </a:schemeClr>
                  </a:glow>
                </a:effectLst>
                <a:latin typeface="Arial" panose="020B0604020202020204" pitchFamily="34" charset="0"/>
                <a:ea typeface="ヒラギノ角ゴ ProN W3" charset="0"/>
                <a:cs typeface="Arial" panose="020B0604020202020204" pitchFamily="34" charset="0"/>
              </a:rPr>
              <a:t>Fair recruitment</a:t>
            </a:r>
          </a:p>
          <a:p>
            <a:pPr>
              <a:lnSpc>
                <a:spcPct val="110000"/>
              </a:lnSpc>
            </a:pPr>
            <a:r>
              <a:rPr lang="en-AU" sz="1600" dirty="0">
                <a:solidFill>
                  <a:srgbClr val="C00000"/>
                </a:solidFill>
                <a:effectLst>
                  <a:glow rad="63500">
                    <a:schemeClr val="bg1">
                      <a:alpha val="40000"/>
                    </a:schemeClr>
                  </a:glow>
                </a:effectLst>
                <a:latin typeface="Arial" panose="020B0604020202020204" pitchFamily="34" charset="0"/>
                <a:ea typeface="ヒラギノ角ゴ ProN W3" charset="0"/>
                <a:cs typeface="Arial" panose="020B0604020202020204" pitchFamily="34" charset="0"/>
              </a:rPr>
              <a:t>Fair distribution of benefits</a:t>
            </a:r>
          </a:p>
          <a:p>
            <a:pPr>
              <a:lnSpc>
                <a:spcPct val="110000"/>
              </a:lnSpc>
            </a:pPr>
            <a:r>
              <a:rPr lang="en-AU" sz="1600" dirty="0">
                <a:solidFill>
                  <a:srgbClr val="C00000"/>
                </a:solidFill>
                <a:effectLst>
                  <a:glow rad="63500">
                    <a:schemeClr val="bg1">
                      <a:alpha val="40000"/>
                    </a:schemeClr>
                  </a:glow>
                </a:effectLst>
                <a:latin typeface="Arial" panose="020B0604020202020204" pitchFamily="34" charset="0"/>
                <a:ea typeface="ヒラギノ角ゴ ProN W3" charset="0"/>
                <a:cs typeface="Arial" panose="020B0604020202020204" pitchFamily="34" charset="0"/>
              </a:rPr>
              <a:t>Results available to participants</a:t>
            </a:r>
          </a:p>
          <a:p>
            <a:pPr>
              <a:lnSpc>
                <a:spcPct val="110000"/>
              </a:lnSpc>
            </a:pPr>
            <a:r>
              <a:rPr lang="en-AU" sz="1600" dirty="0">
                <a:solidFill>
                  <a:srgbClr val="C00000"/>
                </a:solidFill>
                <a:effectLst>
                  <a:glow rad="63500">
                    <a:schemeClr val="bg1">
                      <a:alpha val="40000"/>
                    </a:schemeClr>
                  </a:glow>
                </a:effectLst>
                <a:latin typeface="Arial" panose="020B0604020202020204" pitchFamily="34" charset="0"/>
                <a:ea typeface="ヒラギノ角ゴ ProN W3" charset="0"/>
                <a:cs typeface="Arial" panose="020B0604020202020204" pitchFamily="34" charset="0"/>
              </a:rPr>
              <a:t>No unfair burden</a:t>
            </a:r>
          </a:p>
        </p:txBody>
      </p:sp>
      <p:sp>
        <p:nvSpPr>
          <p:cNvPr id="16" name="Rectangle 15">
            <a:extLst>
              <a:ext uri="{FF2B5EF4-FFF2-40B4-BE49-F238E27FC236}">
                <a16:creationId xmlns:a16="http://schemas.microsoft.com/office/drawing/2014/main" id="{D606F73B-10C8-1C76-56F6-4E32528B43F0}"/>
              </a:ext>
            </a:extLst>
          </p:cNvPr>
          <p:cNvSpPr/>
          <p:nvPr/>
        </p:nvSpPr>
        <p:spPr>
          <a:xfrm>
            <a:off x="4244333" y="3680731"/>
            <a:ext cx="3499031" cy="2210862"/>
          </a:xfrm>
          <a:prstGeom prst="rect">
            <a:avLst/>
          </a:prstGeom>
          <a:solidFill>
            <a:schemeClr val="accent2">
              <a:lumMod val="75000"/>
              <a:alpha val="18000"/>
            </a:schemeClr>
          </a:solid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AU" sz="1600" b="1" u="sng" dirty="0">
                <a:solidFill>
                  <a:srgbClr val="C00000"/>
                </a:solidFill>
                <a:effectLst>
                  <a:glow rad="101600">
                    <a:schemeClr val="bg1">
                      <a:alpha val="40000"/>
                    </a:schemeClr>
                  </a:glow>
                </a:effectLst>
                <a:latin typeface="Arial" panose="020B0604020202020204" pitchFamily="34" charset="0"/>
                <a:ea typeface="ヒラギノ角ゴ ProN W3" charset="0"/>
                <a:cs typeface="Arial" panose="020B0604020202020204" pitchFamily="34" charset="0"/>
              </a:rPr>
              <a:t>Respect</a:t>
            </a:r>
          </a:p>
          <a:p>
            <a:pPr marL="285750" indent="-285750">
              <a:spcBef>
                <a:spcPts val="1000"/>
              </a:spcBef>
              <a:buFont typeface="Arial" panose="020B0604020202020204" pitchFamily="34" charset="0"/>
              <a:buChar char="•"/>
            </a:pPr>
            <a:r>
              <a:rPr lang="en-AU" sz="1600" dirty="0">
                <a:solidFill>
                  <a:srgbClr val="C00000"/>
                </a:solidFill>
                <a:effectLst>
                  <a:glow rad="101600">
                    <a:schemeClr val="bg1">
                      <a:alpha val="40000"/>
                    </a:schemeClr>
                  </a:glow>
                </a:effectLst>
                <a:latin typeface="Arial" panose="020B0604020202020204" pitchFamily="34" charset="0"/>
                <a:ea typeface="ヒラギノ角ゴ ProN W3" charset="0"/>
                <a:cs typeface="Arial" panose="020B0604020202020204" pitchFamily="34" charset="0"/>
              </a:rPr>
              <a:t>Respect capacity to decide</a:t>
            </a:r>
          </a:p>
          <a:p>
            <a:pPr marL="285750" indent="-285750">
              <a:spcBef>
                <a:spcPts val="1000"/>
              </a:spcBef>
              <a:buFont typeface="Arial" panose="020B0604020202020204" pitchFamily="34" charset="0"/>
              <a:buChar char="•"/>
            </a:pPr>
            <a:r>
              <a:rPr lang="en-AU" sz="1600" dirty="0">
                <a:solidFill>
                  <a:srgbClr val="C00000"/>
                </a:solidFill>
                <a:effectLst>
                  <a:glow rad="101600">
                    <a:schemeClr val="bg1">
                      <a:alpha val="40000"/>
                    </a:schemeClr>
                  </a:glow>
                </a:effectLst>
                <a:latin typeface="Arial" panose="020B0604020202020204" pitchFamily="34" charset="0"/>
                <a:ea typeface="ヒラギノ角ゴ ProN W3" charset="0"/>
                <a:cs typeface="Arial" panose="020B0604020202020204" pitchFamily="34" charset="0"/>
              </a:rPr>
              <a:t>Provide sufficient information</a:t>
            </a:r>
          </a:p>
          <a:p>
            <a:pPr marL="285750" indent="-285750">
              <a:spcBef>
                <a:spcPts val="1000"/>
              </a:spcBef>
              <a:buFont typeface="Arial" panose="020B0604020202020204" pitchFamily="34" charset="0"/>
              <a:buChar char="•"/>
            </a:pPr>
            <a:r>
              <a:rPr lang="en-AU" sz="1600" dirty="0">
                <a:solidFill>
                  <a:srgbClr val="C00000"/>
                </a:solidFill>
                <a:effectLst>
                  <a:glow rad="101600">
                    <a:schemeClr val="bg1">
                      <a:alpha val="40000"/>
                    </a:schemeClr>
                  </a:glow>
                </a:effectLst>
                <a:latin typeface="Arial" panose="020B0604020202020204" pitchFamily="34" charset="0"/>
                <a:ea typeface="ヒラギノ角ゴ ProN W3" charset="0"/>
                <a:cs typeface="Arial" panose="020B0604020202020204" pitchFamily="34" charset="0"/>
              </a:rPr>
              <a:t>Respect privacy &amp; confidentiality</a:t>
            </a:r>
          </a:p>
          <a:p>
            <a:pPr marL="285750" indent="-285750">
              <a:spcBef>
                <a:spcPts val="1000"/>
              </a:spcBef>
              <a:buFont typeface="Arial" panose="020B0604020202020204" pitchFamily="34" charset="0"/>
              <a:buChar char="•"/>
            </a:pPr>
            <a:r>
              <a:rPr lang="en-AU" sz="1600" dirty="0">
                <a:solidFill>
                  <a:srgbClr val="C00000"/>
                </a:solidFill>
                <a:effectLst>
                  <a:glow rad="101600">
                    <a:schemeClr val="bg1">
                      <a:alpha val="40000"/>
                    </a:schemeClr>
                  </a:glow>
                </a:effectLst>
                <a:latin typeface="Arial" panose="020B0604020202020204" pitchFamily="34" charset="0"/>
                <a:ea typeface="ヒラギノ角ゴ ProN W3" charset="0"/>
                <a:cs typeface="Arial" panose="020B0604020202020204" pitchFamily="34" charset="0"/>
              </a:rPr>
              <a:t>Voluntary choice</a:t>
            </a:r>
          </a:p>
          <a:p>
            <a:pPr marL="285750" indent="-285750">
              <a:spcBef>
                <a:spcPts val="1000"/>
              </a:spcBef>
              <a:buFont typeface="Arial" panose="020B0604020202020204" pitchFamily="34" charset="0"/>
              <a:buChar char="•"/>
            </a:pPr>
            <a:r>
              <a:rPr lang="en-AU" sz="1600" dirty="0">
                <a:solidFill>
                  <a:srgbClr val="C00000"/>
                </a:solidFill>
                <a:effectLst>
                  <a:glow rad="101600">
                    <a:schemeClr val="bg1">
                      <a:alpha val="40000"/>
                    </a:schemeClr>
                  </a:glow>
                </a:effectLst>
                <a:latin typeface="Arial" panose="020B0604020202020204" pitchFamily="34" charset="0"/>
                <a:ea typeface="ヒラギノ角ゴ ProN W3" charset="0"/>
                <a:cs typeface="Arial" panose="020B0604020202020204" pitchFamily="34" charset="0"/>
              </a:rPr>
              <a:t>Protects cultural sensitivities</a:t>
            </a:r>
          </a:p>
        </p:txBody>
      </p:sp>
      <p:pic>
        <p:nvPicPr>
          <p:cNvPr id="27" name="Picture 26">
            <a:extLst>
              <a:ext uri="{FF2B5EF4-FFF2-40B4-BE49-F238E27FC236}">
                <a16:creationId xmlns:a16="http://schemas.microsoft.com/office/drawing/2014/main" id="{389A91CF-F077-4909-935D-8C136485CE0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290559" y="1025623"/>
            <a:ext cx="3281046" cy="4634031"/>
          </a:xfrm>
          <a:prstGeom prst="rect">
            <a:avLst/>
          </a:prstGeom>
        </p:spPr>
      </p:pic>
    </p:spTree>
    <p:custDataLst>
      <p:tags r:id="rId1"/>
    </p:custDataLst>
    <p:extLst>
      <p:ext uri="{BB962C8B-B14F-4D97-AF65-F5344CB8AC3E}">
        <p14:creationId xmlns:p14="http://schemas.microsoft.com/office/powerpoint/2010/main" val="289409124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3AA3FF97-BB33-18E1-0312-12D31DB9191B}"/>
              </a:ext>
            </a:extLst>
          </p:cNvPr>
          <p:cNvSpPr>
            <a:spLocks noGrp="1"/>
          </p:cNvSpPr>
          <p:nvPr>
            <p:ph type="title"/>
          </p:nvPr>
        </p:nvSpPr>
        <p:spPr>
          <a:xfrm>
            <a:off x="468000" y="114976"/>
            <a:ext cx="10809600" cy="1320800"/>
          </a:xfrm>
        </p:spPr>
        <p:txBody>
          <a:bodyPr rtlCol="0">
            <a:normAutofit fontScale="90000"/>
          </a:bodyPr>
          <a:lstStyle/>
          <a:p>
            <a:pPr>
              <a:defRPr/>
            </a:pPr>
            <a:r>
              <a:rPr lang="en-US" dirty="0"/>
              <a:t>NS Chapter 3</a:t>
            </a:r>
            <a:br>
              <a:rPr lang="en-US" dirty="0"/>
            </a:br>
            <a:r>
              <a:rPr lang="en-US" sz="2700" dirty="0"/>
              <a:t>Ethical considerations in the design, development, review and conduct of research</a:t>
            </a:r>
            <a:endParaRPr lang="en-AU" sz="2700" dirty="0"/>
          </a:p>
        </p:txBody>
      </p:sp>
      <p:sp>
        <p:nvSpPr>
          <p:cNvPr id="8" name="Content Placeholder 7">
            <a:extLst>
              <a:ext uri="{FF2B5EF4-FFF2-40B4-BE49-F238E27FC236}">
                <a16:creationId xmlns:a16="http://schemas.microsoft.com/office/drawing/2014/main" id="{F72B92EB-E072-725F-8988-0F8FB21AFEBA}"/>
              </a:ext>
            </a:extLst>
          </p:cNvPr>
          <p:cNvSpPr>
            <a:spLocks noGrp="1"/>
          </p:cNvSpPr>
          <p:nvPr>
            <p:ph idx="1"/>
          </p:nvPr>
        </p:nvSpPr>
        <p:spPr/>
        <p:txBody>
          <a:bodyPr rtlCol="0">
            <a:normAutofit/>
          </a:bodyPr>
          <a:lstStyle/>
          <a:p>
            <a:pPr marL="0" indent="0">
              <a:buNone/>
              <a:defRPr/>
            </a:pPr>
            <a:r>
              <a:rPr lang="en-US" dirty="0">
                <a:solidFill>
                  <a:schemeClr val="tx1">
                    <a:lumMod val="75000"/>
                    <a:lumOff val="25000"/>
                  </a:schemeClr>
                </a:solidFill>
              </a:rPr>
              <a:t>NS 3.1 – 7 elements common to most research</a:t>
            </a:r>
          </a:p>
          <a:p>
            <a:pPr>
              <a:buFont typeface="+mj-lt"/>
              <a:buAutoNum type="arabicPeriod"/>
              <a:defRPr/>
            </a:pPr>
            <a:r>
              <a:rPr lang="en-US" dirty="0">
                <a:solidFill>
                  <a:schemeClr val="tx1">
                    <a:lumMod val="75000"/>
                    <a:lumOff val="25000"/>
                  </a:schemeClr>
                </a:solidFill>
              </a:rPr>
              <a:t>Research Scope, aims, themes, questions and methods</a:t>
            </a:r>
          </a:p>
          <a:p>
            <a:pPr>
              <a:buFont typeface="+mj-lt"/>
              <a:buAutoNum type="arabicPeriod"/>
              <a:defRPr/>
            </a:pPr>
            <a:r>
              <a:rPr lang="en-US" dirty="0">
                <a:solidFill>
                  <a:schemeClr val="tx1">
                    <a:lumMod val="75000"/>
                    <a:lumOff val="25000"/>
                  </a:schemeClr>
                </a:solidFill>
              </a:rPr>
              <a:t>Recruitment</a:t>
            </a:r>
          </a:p>
          <a:p>
            <a:pPr>
              <a:buFont typeface="+mj-lt"/>
              <a:buAutoNum type="arabicPeriod"/>
              <a:defRPr/>
            </a:pPr>
            <a:r>
              <a:rPr lang="en-US" dirty="0">
                <a:solidFill>
                  <a:schemeClr val="tx1">
                    <a:lumMod val="75000"/>
                    <a:lumOff val="25000"/>
                  </a:schemeClr>
                </a:solidFill>
              </a:rPr>
              <a:t>Consent</a:t>
            </a:r>
          </a:p>
          <a:p>
            <a:pPr>
              <a:buFont typeface="+mj-lt"/>
              <a:buAutoNum type="arabicPeriod"/>
              <a:defRPr/>
            </a:pPr>
            <a:r>
              <a:rPr lang="en-US" dirty="0">
                <a:solidFill>
                  <a:schemeClr val="tx1">
                    <a:lumMod val="75000"/>
                    <a:lumOff val="25000"/>
                  </a:schemeClr>
                </a:solidFill>
              </a:rPr>
              <a:t>Collection, use and management of data and information</a:t>
            </a:r>
          </a:p>
          <a:p>
            <a:pPr>
              <a:buFont typeface="+mj-lt"/>
              <a:buAutoNum type="arabicPeriod"/>
              <a:defRPr/>
            </a:pPr>
            <a:r>
              <a:rPr lang="en-US" dirty="0">
                <a:solidFill>
                  <a:schemeClr val="tx1">
                    <a:lumMod val="75000"/>
                    <a:lumOff val="25000"/>
                  </a:schemeClr>
                </a:solidFill>
              </a:rPr>
              <a:t>Communication of research findings or results to participants</a:t>
            </a:r>
          </a:p>
          <a:p>
            <a:pPr>
              <a:buFont typeface="+mj-lt"/>
              <a:buAutoNum type="arabicPeriod"/>
              <a:defRPr/>
            </a:pPr>
            <a:r>
              <a:rPr lang="en-US" dirty="0">
                <a:solidFill>
                  <a:schemeClr val="tx1">
                    <a:lumMod val="75000"/>
                    <a:lumOff val="25000"/>
                  </a:schemeClr>
                </a:solidFill>
              </a:rPr>
              <a:t>Dissemination of research outputs and outcomes</a:t>
            </a:r>
          </a:p>
          <a:p>
            <a:pPr>
              <a:buFont typeface="+mj-lt"/>
              <a:buAutoNum type="arabicPeriod"/>
              <a:defRPr/>
            </a:pPr>
            <a:r>
              <a:rPr lang="en-US" dirty="0">
                <a:solidFill>
                  <a:schemeClr val="tx1">
                    <a:lumMod val="75000"/>
                    <a:lumOff val="25000"/>
                  </a:schemeClr>
                </a:solidFill>
              </a:rPr>
              <a:t>After the project</a:t>
            </a:r>
          </a:p>
          <a:p>
            <a:pPr>
              <a:buFont typeface="Wingdings 3" charset="2"/>
              <a:buChar char=""/>
              <a:defRPr/>
            </a:pPr>
            <a:endParaRPr lang="en-AU" dirty="0">
              <a:solidFill>
                <a:schemeClr val="tx1">
                  <a:lumMod val="75000"/>
                  <a:lumOff val="25000"/>
                </a:schemeClr>
              </a:solidFill>
            </a:endParaRPr>
          </a:p>
        </p:txBody>
      </p:sp>
      <p:sp>
        <p:nvSpPr>
          <p:cNvPr id="51204" name="Slide Number Placeholder 5">
            <a:extLst>
              <a:ext uri="{FF2B5EF4-FFF2-40B4-BE49-F238E27FC236}">
                <a16:creationId xmlns:a16="http://schemas.microsoft.com/office/drawing/2014/main" id="{593D16EC-75BF-D94B-EC0E-E3EF3258AF82}"/>
              </a:ext>
            </a:extLst>
          </p:cNvPr>
          <p:cNvSpPr>
            <a:spLocks noGrp="1"/>
          </p:cNvSpPr>
          <p:nvPr>
            <p:ph type="sldNum" sz="quarter" idx="12"/>
          </p:nvPr>
        </p:nvSpPr>
        <p:spPr bwMode="auto">
          <a:xfrm>
            <a:off x="6445250" y="6042025"/>
            <a:ext cx="512763" cy="365125"/>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defPPr>
              <a:defRPr lang="en-US"/>
            </a:defPPr>
            <a:lvl1pPr algn="r" defTabSz="457200" rtl="0" eaLnBrk="0" fontAlgn="base" hangingPunct="0">
              <a:spcBef>
                <a:spcPct val="0"/>
              </a:spcBef>
              <a:spcAft>
                <a:spcPct val="0"/>
              </a:spcAft>
              <a:defRPr sz="900" kern="1200">
                <a:solidFill>
                  <a:schemeClr val="accent1"/>
                </a:solidFill>
                <a:latin typeface="Arial" panose="020B0604020202020204" pitchFamily="34" charset="0"/>
                <a:ea typeface="ＭＳ Ｐゴシック" panose="020B0600070205080204" pitchFamily="34" charset="-128"/>
                <a:cs typeface="+mn-cs"/>
              </a:defRPr>
            </a:lvl1pPr>
            <a:lvl2pPr marL="457200" algn="l" defTabSz="457200" rtl="0" eaLnBrk="0" fontAlgn="base" hangingPunct="0">
              <a:spcBef>
                <a:spcPct val="0"/>
              </a:spcBef>
              <a:spcAft>
                <a:spcPct val="0"/>
              </a:spcAft>
              <a:defRPr sz="2400" kern="1200">
                <a:solidFill>
                  <a:schemeClr val="tx1"/>
                </a:solidFill>
                <a:latin typeface="Arial" panose="020B0604020202020204" pitchFamily="34" charset="0"/>
                <a:ea typeface="ＭＳ Ｐゴシック" panose="020B0600070205080204" pitchFamily="34" charset="-128"/>
                <a:cs typeface="+mn-cs"/>
              </a:defRPr>
            </a:lvl2pPr>
            <a:lvl3pPr marL="914400" algn="l" defTabSz="457200" rtl="0" eaLnBrk="0" fontAlgn="base" hangingPunct="0">
              <a:spcBef>
                <a:spcPct val="0"/>
              </a:spcBef>
              <a:spcAft>
                <a:spcPct val="0"/>
              </a:spcAft>
              <a:defRPr sz="2400" kern="1200">
                <a:solidFill>
                  <a:schemeClr val="tx1"/>
                </a:solidFill>
                <a:latin typeface="Arial" panose="020B0604020202020204" pitchFamily="34" charset="0"/>
                <a:ea typeface="ＭＳ Ｐゴシック" panose="020B0600070205080204" pitchFamily="34" charset="-128"/>
                <a:cs typeface="+mn-cs"/>
              </a:defRPr>
            </a:lvl3pPr>
            <a:lvl4pPr marL="1371600" algn="l" defTabSz="457200" rtl="0" eaLnBrk="0" fontAlgn="base" hangingPunct="0">
              <a:spcBef>
                <a:spcPct val="0"/>
              </a:spcBef>
              <a:spcAft>
                <a:spcPct val="0"/>
              </a:spcAft>
              <a:defRPr sz="2400" kern="1200">
                <a:solidFill>
                  <a:schemeClr val="tx1"/>
                </a:solidFill>
                <a:latin typeface="Arial" panose="020B0604020202020204" pitchFamily="34" charset="0"/>
                <a:ea typeface="ＭＳ Ｐゴシック" panose="020B0600070205080204" pitchFamily="34" charset="-128"/>
                <a:cs typeface="+mn-cs"/>
              </a:defRPr>
            </a:lvl4pPr>
            <a:lvl5pPr marL="1828800" algn="l" defTabSz="457200" rtl="0" eaLnBrk="0" fontAlgn="base" hangingPunct="0">
              <a:spcBef>
                <a:spcPct val="0"/>
              </a:spcBef>
              <a:spcAft>
                <a:spcPct val="0"/>
              </a:spcAft>
              <a:defRPr sz="2400"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sz="2400"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sz="2400"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sz="2400"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sz="2400" kern="1200">
                <a:solidFill>
                  <a:schemeClr val="tx1"/>
                </a:solidFill>
                <a:latin typeface="Arial" panose="020B0604020202020204" pitchFamily="34" charset="0"/>
                <a:ea typeface="ＭＳ Ｐゴシック" panose="020B0600070205080204" pitchFamily="34" charset="-128"/>
                <a:cs typeface="+mn-cs"/>
              </a:defRPr>
            </a:lvl9pPr>
          </a:lstStyle>
          <a:p>
            <a:pPr>
              <a:spcBef>
                <a:spcPct val="0"/>
              </a:spcBef>
              <a:buClrTx/>
              <a:buSzTx/>
              <a:buFontTx/>
              <a:buNone/>
              <a:defRPr/>
            </a:pPr>
            <a:fld id="{157B3EB1-FDAA-4A56-ABD5-3B717D37E239}" type="slidenum">
              <a:rPr lang="en-AU" altLang="en-US" smtClean="0"/>
              <a:pPr>
                <a:spcBef>
                  <a:spcPct val="0"/>
                </a:spcBef>
                <a:buClrTx/>
                <a:buSzTx/>
                <a:buFontTx/>
                <a:buNone/>
                <a:defRPr/>
              </a:pPr>
              <a:t>15</a:t>
            </a:fld>
            <a:endParaRPr lang="en-AU" altLang="en-US">
              <a:solidFill>
                <a:schemeClr val="accent1"/>
              </a:solidFill>
              <a:latin typeface="Arial" panose="020B0604020202020204" pitchFamily="34" charset="0"/>
            </a:endParaRPr>
          </a:p>
        </p:txBody>
      </p:sp>
    </p:spTree>
  </p:cSld>
  <p:clrMapOvr>
    <a:masterClrMapping/>
  </p:clrMapOvr>
  <p:transition spd="med">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24BC35-AC78-C5C1-FC8B-BC72240D2C2E}"/>
            </a:ext>
          </a:extLst>
        </p:cNvPr>
        <p:cNvGrpSpPr/>
        <p:nvPr/>
      </p:nvGrpSpPr>
      <p:grpSpPr>
        <a:xfrm>
          <a:off x="0" y="0"/>
          <a:ext cx="0" cy="0"/>
          <a:chOff x="0" y="0"/>
          <a:chExt cx="0" cy="0"/>
        </a:xfrm>
      </p:grpSpPr>
      <p:sp>
        <p:nvSpPr>
          <p:cNvPr id="48130" name="Title 1">
            <a:extLst>
              <a:ext uri="{FF2B5EF4-FFF2-40B4-BE49-F238E27FC236}">
                <a16:creationId xmlns:a16="http://schemas.microsoft.com/office/drawing/2014/main" id="{2FDD63ED-BC5D-4FC1-F067-D657526BB741}"/>
              </a:ext>
            </a:extLst>
          </p:cNvPr>
          <p:cNvSpPr>
            <a:spLocks noGrp="1"/>
          </p:cNvSpPr>
          <p:nvPr>
            <p:ph type="title"/>
          </p:nvPr>
        </p:nvSpPr>
        <p:spPr/>
        <p:txBody>
          <a:bodyPr/>
          <a:lstStyle/>
          <a:p>
            <a:pPr eaLnBrk="1" hangingPunct="1"/>
            <a:r>
              <a:rPr lang="en-US" altLang="en-US">
                <a:ea typeface="ＭＳ Ｐゴシック" panose="020B0600070205080204" pitchFamily="34" charset="-128"/>
              </a:rPr>
              <a:t>What is human research?</a:t>
            </a:r>
            <a:endParaRPr lang="en-AU" altLang="en-US">
              <a:ea typeface="ＭＳ Ｐゴシック" panose="020B0600070205080204" pitchFamily="34" charset="-128"/>
            </a:endParaRPr>
          </a:p>
        </p:txBody>
      </p:sp>
      <p:sp>
        <p:nvSpPr>
          <p:cNvPr id="48131" name="Content Placeholder 2">
            <a:extLst>
              <a:ext uri="{FF2B5EF4-FFF2-40B4-BE49-F238E27FC236}">
                <a16:creationId xmlns:a16="http://schemas.microsoft.com/office/drawing/2014/main" id="{B264686A-F47B-815D-1980-182EA9E698FC}"/>
              </a:ext>
            </a:extLst>
          </p:cNvPr>
          <p:cNvSpPr>
            <a:spLocks noGrp="1"/>
          </p:cNvSpPr>
          <p:nvPr>
            <p:ph idx="1"/>
          </p:nvPr>
        </p:nvSpPr>
        <p:spPr>
          <a:xfrm>
            <a:off x="2133601" y="1785938"/>
            <a:ext cx="6348413" cy="3879850"/>
          </a:xfrm>
        </p:spPr>
        <p:txBody>
          <a:bodyPr/>
          <a:lstStyle/>
          <a:p>
            <a:pPr eaLnBrk="1" hangingPunct="1"/>
            <a:r>
              <a:rPr lang="en-US" altLang="en-US" sz="2000" dirty="0">
                <a:solidFill>
                  <a:schemeClr val="tx1"/>
                </a:solidFill>
                <a:ea typeface="ＭＳ Ｐゴシック" panose="020B0600070205080204" pitchFamily="34" charset="-128"/>
              </a:rPr>
              <a:t>Conducted with or about people, or their data or biospecimens</a:t>
            </a:r>
          </a:p>
          <a:p>
            <a:pPr eaLnBrk="1" hangingPunct="1"/>
            <a:r>
              <a:rPr lang="en-US" altLang="en-US" sz="2000" dirty="0">
                <a:solidFill>
                  <a:schemeClr val="tx1"/>
                </a:solidFill>
                <a:ea typeface="ＭＳ Ｐゴシック" panose="020B0600070205080204" pitchFamily="34" charset="-128"/>
              </a:rPr>
              <a:t>Surveys, interviews, focus groups</a:t>
            </a:r>
          </a:p>
          <a:p>
            <a:pPr eaLnBrk="1" hangingPunct="1"/>
            <a:r>
              <a:rPr lang="en-US" altLang="en-US" sz="2000" dirty="0">
                <a:solidFill>
                  <a:schemeClr val="tx1"/>
                </a:solidFill>
                <a:ea typeface="ＭＳ Ｐゴシック" panose="020B0600070205080204" pitchFamily="34" charset="-128"/>
              </a:rPr>
              <a:t>Testing or treatments</a:t>
            </a:r>
          </a:p>
          <a:p>
            <a:pPr eaLnBrk="1" hangingPunct="1"/>
            <a:r>
              <a:rPr lang="en-US" altLang="en-US" sz="2000" dirty="0">
                <a:solidFill>
                  <a:schemeClr val="tx1"/>
                </a:solidFill>
                <a:ea typeface="ＭＳ Ｐゴシック" panose="020B0600070205080204" pitchFamily="34" charset="-128"/>
              </a:rPr>
              <a:t>Observation</a:t>
            </a:r>
          </a:p>
          <a:p>
            <a:pPr eaLnBrk="1" hangingPunct="1"/>
            <a:r>
              <a:rPr lang="en-US" altLang="en-US" sz="2000" dirty="0">
                <a:solidFill>
                  <a:schemeClr val="tx1"/>
                </a:solidFill>
                <a:ea typeface="ＭＳ Ｐゴシック" panose="020B0600070205080204" pitchFamily="34" charset="-128"/>
              </a:rPr>
              <a:t>Collection and use of biological materials</a:t>
            </a:r>
          </a:p>
          <a:p>
            <a:pPr eaLnBrk="1" hangingPunct="1"/>
            <a:r>
              <a:rPr lang="en-US" altLang="en-US" sz="2000" dirty="0">
                <a:solidFill>
                  <a:schemeClr val="tx1"/>
                </a:solidFill>
                <a:ea typeface="ＭＳ Ｐゴシック" panose="020B0600070205080204" pitchFamily="34" charset="-128"/>
              </a:rPr>
              <a:t>Access to their individual information in identifiable, or potentially re-identifiable form</a:t>
            </a:r>
            <a:endParaRPr lang="en-AU" altLang="en-US" sz="2000" dirty="0">
              <a:solidFill>
                <a:schemeClr val="tx1"/>
              </a:solidFill>
              <a:ea typeface="ＭＳ Ｐゴシック" panose="020B0600070205080204" pitchFamily="34" charset="-128"/>
            </a:endParaRPr>
          </a:p>
        </p:txBody>
      </p:sp>
      <p:sp>
        <p:nvSpPr>
          <p:cNvPr id="48132" name="Slide Number Placeholder 3">
            <a:extLst>
              <a:ext uri="{FF2B5EF4-FFF2-40B4-BE49-F238E27FC236}">
                <a16:creationId xmlns:a16="http://schemas.microsoft.com/office/drawing/2014/main" id="{9EC211BA-130F-49DE-9B7D-EFA02630F391}"/>
              </a:ext>
            </a:extLst>
          </p:cNvPr>
          <p:cNvSpPr>
            <a:spLocks noGrp="1"/>
          </p:cNvSpPr>
          <p:nvPr>
            <p:ph type="sldNum" sz="quarter" idx="12"/>
          </p:nvPr>
        </p:nvSpPr>
        <p:spPr bwMode="auto">
          <a:xfrm>
            <a:off x="6445250" y="6042025"/>
            <a:ext cx="512763" cy="365125"/>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defPPr>
              <a:defRPr lang="en-US"/>
            </a:defPPr>
            <a:lvl1pPr algn="r" defTabSz="457200" rtl="0" eaLnBrk="0" fontAlgn="base" hangingPunct="0">
              <a:spcBef>
                <a:spcPct val="0"/>
              </a:spcBef>
              <a:spcAft>
                <a:spcPct val="0"/>
              </a:spcAft>
              <a:defRPr sz="900" kern="1200">
                <a:solidFill>
                  <a:schemeClr val="accent1"/>
                </a:solidFill>
                <a:latin typeface="Arial" panose="020B0604020202020204" pitchFamily="34" charset="0"/>
                <a:ea typeface="ＭＳ Ｐゴシック" panose="020B0600070205080204" pitchFamily="34" charset="-128"/>
                <a:cs typeface="+mn-cs"/>
              </a:defRPr>
            </a:lvl1pPr>
            <a:lvl2pPr marL="457200" algn="l" defTabSz="457200" rtl="0" eaLnBrk="0" fontAlgn="base" hangingPunct="0">
              <a:spcBef>
                <a:spcPct val="0"/>
              </a:spcBef>
              <a:spcAft>
                <a:spcPct val="0"/>
              </a:spcAft>
              <a:defRPr sz="2400" kern="1200">
                <a:solidFill>
                  <a:schemeClr val="tx1"/>
                </a:solidFill>
                <a:latin typeface="Arial" panose="020B0604020202020204" pitchFamily="34" charset="0"/>
                <a:ea typeface="ＭＳ Ｐゴシック" panose="020B0600070205080204" pitchFamily="34" charset="-128"/>
                <a:cs typeface="+mn-cs"/>
              </a:defRPr>
            </a:lvl2pPr>
            <a:lvl3pPr marL="914400" algn="l" defTabSz="457200" rtl="0" eaLnBrk="0" fontAlgn="base" hangingPunct="0">
              <a:spcBef>
                <a:spcPct val="0"/>
              </a:spcBef>
              <a:spcAft>
                <a:spcPct val="0"/>
              </a:spcAft>
              <a:defRPr sz="2400" kern="1200">
                <a:solidFill>
                  <a:schemeClr val="tx1"/>
                </a:solidFill>
                <a:latin typeface="Arial" panose="020B0604020202020204" pitchFamily="34" charset="0"/>
                <a:ea typeface="ＭＳ Ｐゴシック" panose="020B0600070205080204" pitchFamily="34" charset="-128"/>
                <a:cs typeface="+mn-cs"/>
              </a:defRPr>
            </a:lvl3pPr>
            <a:lvl4pPr marL="1371600" algn="l" defTabSz="457200" rtl="0" eaLnBrk="0" fontAlgn="base" hangingPunct="0">
              <a:spcBef>
                <a:spcPct val="0"/>
              </a:spcBef>
              <a:spcAft>
                <a:spcPct val="0"/>
              </a:spcAft>
              <a:defRPr sz="2400" kern="1200">
                <a:solidFill>
                  <a:schemeClr val="tx1"/>
                </a:solidFill>
                <a:latin typeface="Arial" panose="020B0604020202020204" pitchFamily="34" charset="0"/>
                <a:ea typeface="ＭＳ Ｐゴシック" panose="020B0600070205080204" pitchFamily="34" charset="-128"/>
                <a:cs typeface="+mn-cs"/>
              </a:defRPr>
            </a:lvl4pPr>
            <a:lvl5pPr marL="1828800" algn="l" defTabSz="457200" rtl="0" eaLnBrk="0" fontAlgn="base" hangingPunct="0">
              <a:spcBef>
                <a:spcPct val="0"/>
              </a:spcBef>
              <a:spcAft>
                <a:spcPct val="0"/>
              </a:spcAft>
              <a:defRPr sz="2400"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sz="2400"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sz="2400"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sz="2400"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sz="2400" kern="1200">
                <a:solidFill>
                  <a:schemeClr val="tx1"/>
                </a:solidFill>
                <a:latin typeface="Arial" panose="020B0604020202020204" pitchFamily="34" charset="0"/>
                <a:ea typeface="ＭＳ Ｐゴシック" panose="020B0600070205080204" pitchFamily="34" charset="-128"/>
                <a:cs typeface="+mn-cs"/>
              </a:defRPr>
            </a:lvl9pPr>
          </a:lstStyle>
          <a:p>
            <a:pPr>
              <a:spcBef>
                <a:spcPct val="0"/>
              </a:spcBef>
              <a:buClrTx/>
              <a:buSzTx/>
              <a:buFontTx/>
              <a:buNone/>
              <a:defRPr/>
            </a:pPr>
            <a:fld id="{157B3EB1-FDAA-4A56-ABD5-3B717D37E239}" type="slidenum">
              <a:rPr lang="en-AU" altLang="en-US" smtClean="0"/>
              <a:pPr>
                <a:spcBef>
                  <a:spcPct val="0"/>
                </a:spcBef>
                <a:buClrTx/>
                <a:buSzTx/>
                <a:buFontTx/>
                <a:buNone/>
                <a:defRPr/>
              </a:pPr>
              <a:t>16</a:t>
            </a:fld>
            <a:endParaRPr lang="en-AU" altLang="en-US">
              <a:solidFill>
                <a:schemeClr val="accent1"/>
              </a:solidFill>
              <a:latin typeface="Arial" panose="020B0604020202020204" pitchFamily="34" charset="0"/>
            </a:endParaRPr>
          </a:p>
        </p:txBody>
      </p:sp>
      <p:sp>
        <p:nvSpPr>
          <p:cNvPr id="2" name="Footer Placeholder 1">
            <a:extLst>
              <a:ext uri="{FF2B5EF4-FFF2-40B4-BE49-F238E27FC236}">
                <a16:creationId xmlns:a16="http://schemas.microsoft.com/office/drawing/2014/main" id="{41AE9C58-869E-F53D-AED5-80EEF0569266}"/>
              </a:ext>
            </a:extLst>
          </p:cNvPr>
          <p:cNvSpPr>
            <a:spLocks noGrp="1"/>
          </p:cNvSpPr>
          <p:nvPr>
            <p:ph type="ftr" sz="quarter" idx="11"/>
          </p:nvPr>
        </p:nvSpPr>
        <p:spPr>
          <a:xfrm>
            <a:off x="609600" y="6042025"/>
            <a:ext cx="4622800" cy="365125"/>
          </a:xfrm>
          <a:prstGeom prst="rect">
            <a:avLst/>
          </a:prstGeom>
        </p:spPr>
        <p:txBody>
          <a:bodyPr vert="horz" lIns="91440" tIns="45720" rIns="91440" bIns="45720" rtlCol="0" anchor="ctr"/>
          <a:lstStyle>
            <a:defPPr>
              <a:defRPr lang="en-US"/>
            </a:defPPr>
            <a:lvl1pPr algn="l" defTabSz="457200" rtl="0" eaLnBrk="0" fontAlgn="base" hangingPunct="0">
              <a:spcBef>
                <a:spcPct val="0"/>
              </a:spcBef>
              <a:spcAft>
                <a:spcPct val="0"/>
              </a:spcAft>
              <a:defRPr sz="900" kern="1200">
                <a:solidFill>
                  <a:schemeClr val="tx1">
                    <a:tint val="75000"/>
                  </a:schemeClr>
                </a:solidFill>
                <a:latin typeface="Arial" panose="020B0604020202020204" pitchFamily="34" charset="0"/>
                <a:ea typeface="ＭＳ Ｐゴシック" panose="020B0600070205080204" pitchFamily="34" charset="-128"/>
                <a:cs typeface="+mn-cs"/>
              </a:defRPr>
            </a:lvl1pPr>
            <a:lvl2pPr marL="457200" algn="l" defTabSz="457200" rtl="0" eaLnBrk="0" fontAlgn="base" hangingPunct="0">
              <a:spcBef>
                <a:spcPct val="0"/>
              </a:spcBef>
              <a:spcAft>
                <a:spcPct val="0"/>
              </a:spcAft>
              <a:defRPr sz="2400" kern="1200">
                <a:solidFill>
                  <a:schemeClr val="tx1"/>
                </a:solidFill>
                <a:latin typeface="Arial" panose="020B0604020202020204" pitchFamily="34" charset="0"/>
                <a:ea typeface="ＭＳ Ｐゴシック" panose="020B0600070205080204" pitchFamily="34" charset="-128"/>
                <a:cs typeface="+mn-cs"/>
              </a:defRPr>
            </a:lvl2pPr>
            <a:lvl3pPr marL="914400" algn="l" defTabSz="457200" rtl="0" eaLnBrk="0" fontAlgn="base" hangingPunct="0">
              <a:spcBef>
                <a:spcPct val="0"/>
              </a:spcBef>
              <a:spcAft>
                <a:spcPct val="0"/>
              </a:spcAft>
              <a:defRPr sz="2400" kern="1200">
                <a:solidFill>
                  <a:schemeClr val="tx1"/>
                </a:solidFill>
                <a:latin typeface="Arial" panose="020B0604020202020204" pitchFamily="34" charset="0"/>
                <a:ea typeface="ＭＳ Ｐゴシック" panose="020B0600070205080204" pitchFamily="34" charset="-128"/>
                <a:cs typeface="+mn-cs"/>
              </a:defRPr>
            </a:lvl3pPr>
            <a:lvl4pPr marL="1371600" algn="l" defTabSz="457200" rtl="0" eaLnBrk="0" fontAlgn="base" hangingPunct="0">
              <a:spcBef>
                <a:spcPct val="0"/>
              </a:spcBef>
              <a:spcAft>
                <a:spcPct val="0"/>
              </a:spcAft>
              <a:defRPr sz="2400" kern="1200">
                <a:solidFill>
                  <a:schemeClr val="tx1"/>
                </a:solidFill>
                <a:latin typeface="Arial" panose="020B0604020202020204" pitchFamily="34" charset="0"/>
                <a:ea typeface="ＭＳ Ｐゴシック" panose="020B0600070205080204" pitchFamily="34" charset="-128"/>
                <a:cs typeface="+mn-cs"/>
              </a:defRPr>
            </a:lvl4pPr>
            <a:lvl5pPr marL="1828800" algn="l" defTabSz="457200" rtl="0" eaLnBrk="0" fontAlgn="base" hangingPunct="0">
              <a:spcBef>
                <a:spcPct val="0"/>
              </a:spcBef>
              <a:spcAft>
                <a:spcPct val="0"/>
              </a:spcAft>
              <a:defRPr sz="2400" kern="1200">
                <a:solidFill>
                  <a:schemeClr val="tx1"/>
                </a:solidFill>
                <a:latin typeface="Arial" panose="020B0604020202020204" pitchFamily="34" charset="0"/>
                <a:ea typeface="ＭＳ Ｐゴシック" panose="020B0600070205080204" pitchFamily="34" charset="-128"/>
                <a:cs typeface="+mn-cs"/>
              </a:defRPr>
            </a:lvl5pPr>
            <a:lvl6pPr marL="2286000" algn="l" defTabSz="914400" rtl="0" eaLnBrk="1" latinLnBrk="0" hangingPunct="1">
              <a:defRPr sz="2400" kern="1200">
                <a:solidFill>
                  <a:schemeClr val="tx1"/>
                </a:solidFill>
                <a:latin typeface="Arial" panose="020B0604020202020204" pitchFamily="34" charset="0"/>
                <a:ea typeface="ＭＳ Ｐゴシック" panose="020B0600070205080204" pitchFamily="34" charset="-128"/>
                <a:cs typeface="+mn-cs"/>
              </a:defRPr>
            </a:lvl6pPr>
            <a:lvl7pPr marL="2743200" algn="l" defTabSz="914400" rtl="0" eaLnBrk="1" latinLnBrk="0" hangingPunct="1">
              <a:defRPr sz="2400" kern="1200">
                <a:solidFill>
                  <a:schemeClr val="tx1"/>
                </a:solidFill>
                <a:latin typeface="Arial" panose="020B0604020202020204" pitchFamily="34" charset="0"/>
                <a:ea typeface="ＭＳ Ｐゴシック" panose="020B0600070205080204" pitchFamily="34" charset="-128"/>
                <a:cs typeface="+mn-cs"/>
              </a:defRPr>
            </a:lvl7pPr>
            <a:lvl8pPr marL="3200400" algn="l" defTabSz="914400" rtl="0" eaLnBrk="1" latinLnBrk="0" hangingPunct="1">
              <a:defRPr sz="2400" kern="1200">
                <a:solidFill>
                  <a:schemeClr val="tx1"/>
                </a:solidFill>
                <a:latin typeface="Arial" panose="020B0604020202020204" pitchFamily="34" charset="0"/>
                <a:ea typeface="ＭＳ Ｐゴシック" panose="020B0600070205080204" pitchFamily="34" charset="-128"/>
                <a:cs typeface="+mn-cs"/>
              </a:defRPr>
            </a:lvl8pPr>
            <a:lvl9pPr marL="3657600" algn="l" defTabSz="914400" rtl="0" eaLnBrk="1" latinLnBrk="0" hangingPunct="1">
              <a:defRPr sz="2400" kern="1200">
                <a:solidFill>
                  <a:schemeClr val="tx1"/>
                </a:solidFill>
                <a:latin typeface="Arial" panose="020B0604020202020204" pitchFamily="34" charset="0"/>
                <a:ea typeface="ＭＳ Ｐゴシック" panose="020B0600070205080204" pitchFamily="34" charset="-128"/>
                <a:cs typeface="+mn-cs"/>
              </a:defRPr>
            </a:lvl9pPr>
          </a:lstStyle>
          <a:p>
            <a:pPr>
              <a:defRPr/>
            </a:pPr>
            <a:endParaRPr lang="en-AU"/>
          </a:p>
        </p:txBody>
      </p:sp>
      <p:sp>
        <p:nvSpPr>
          <p:cNvPr id="3" name="Oval 2">
            <a:extLst>
              <a:ext uri="{FF2B5EF4-FFF2-40B4-BE49-F238E27FC236}">
                <a16:creationId xmlns:a16="http://schemas.microsoft.com/office/drawing/2014/main" id="{5CF3C593-4C52-D38B-16A0-DACF092850AF}"/>
              </a:ext>
            </a:extLst>
          </p:cNvPr>
          <p:cNvSpPr/>
          <p:nvPr/>
        </p:nvSpPr>
        <p:spPr>
          <a:xfrm>
            <a:off x="6096000" y="1502814"/>
            <a:ext cx="1807779" cy="956607"/>
          </a:xfrm>
          <a:prstGeom prst="ellipse">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4" name="Oval 3">
            <a:extLst>
              <a:ext uri="{FF2B5EF4-FFF2-40B4-BE49-F238E27FC236}">
                <a16:creationId xmlns:a16="http://schemas.microsoft.com/office/drawing/2014/main" id="{55C7C1BF-75B2-81B6-4DEB-715317EF0F7C}"/>
              </a:ext>
            </a:extLst>
          </p:cNvPr>
          <p:cNvSpPr/>
          <p:nvPr/>
        </p:nvSpPr>
        <p:spPr>
          <a:xfrm>
            <a:off x="2223021" y="3694332"/>
            <a:ext cx="6169572" cy="1581972"/>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2504296624"/>
      </p:ext>
    </p:extLst>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E8AB70A-F9EB-C989-2876-14B07CE4D16D}"/>
              </a:ext>
            </a:extLst>
          </p:cNvPr>
          <p:cNvSpPr>
            <a:spLocks noGrp="1"/>
          </p:cNvSpPr>
          <p:nvPr>
            <p:ph idx="1"/>
          </p:nvPr>
        </p:nvSpPr>
        <p:spPr/>
        <p:txBody>
          <a:bodyPr>
            <a:normAutofit fontScale="92500" lnSpcReduction="10000"/>
          </a:bodyPr>
          <a:lstStyle/>
          <a:p>
            <a:r>
              <a:rPr lang="en-US" dirty="0"/>
              <a:t>What people say in interviews, surveys </a:t>
            </a:r>
            <a:r>
              <a:rPr lang="en-US" dirty="0" err="1"/>
              <a:t>etc</a:t>
            </a:r>
            <a:endParaRPr lang="en-US" dirty="0"/>
          </a:p>
          <a:p>
            <a:r>
              <a:rPr lang="en-US" dirty="0"/>
              <a:t>Images, audio recordings</a:t>
            </a:r>
          </a:p>
          <a:p>
            <a:r>
              <a:rPr lang="en-US" dirty="0"/>
              <a:t>Records generated for administrative purposes</a:t>
            </a:r>
          </a:p>
          <a:p>
            <a:r>
              <a:rPr lang="en-US" dirty="0"/>
              <a:t>Digital information, such as that generated through use of mobile devices</a:t>
            </a:r>
          </a:p>
          <a:p>
            <a:r>
              <a:rPr lang="en-US" dirty="0"/>
              <a:t>Information generated by analysis of existing personal information</a:t>
            </a:r>
          </a:p>
          <a:p>
            <a:r>
              <a:rPr lang="en-US" dirty="0"/>
              <a:t>Observations</a:t>
            </a:r>
          </a:p>
          <a:p>
            <a:r>
              <a:rPr lang="en-US" dirty="0"/>
              <a:t>Material, comments, images </a:t>
            </a:r>
            <a:r>
              <a:rPr lang="en-US" dirty="0" err="1"/>
              <a:t>etc</a:t>
            </a:r>
            <a:r>
              <a:rPr lang="en-US" dirty="0"/>
              <a:t> that are published or publicly accessible</a:t>
            </a:r>
          </a:p>
          <a:p>
            <a:pPr lvl="1"/>
            <a:r>
              <a:rPr lang="en-US" dirty="0"/>
              <a:t>Social media posts</a:t>
            </a:r>
          </a:p>
          <a:p>
            <a:pPr lvl="1"/>
            <a:r>
              <a:rPr lang="en-US" dirty="0"/>
              <a:t>Online forums</a:t>
            </a:r>
          </a:p>
          <a:p>
            <a:pPr lvl="1"/>
            <a:r>
              <a:rPr lang="en-US" dirty="0"/>
              <a:t>Public datasets</a:t>
            </a:r>
            <a:endParaRPr lang="en-AU" dirty="0"/>
          </a:p>
          <a:p>
            <a:endParaRPr lang="en-US" dirty="0"/>
          </a:p>
          <a:p>
            <a:pPr marL="0" indent="0">
              <a:buNone/>
            </a:pPr>
            <a:endParaRPr lang="en-US" dirty="0"/>
          </a:p>
          <a:p>
            <a:endParaRPr lang="en-AU" dirty="0"/>
          </a:p>
        </p:txBody>
      </p:sp>
      <p:sp>
        <p:nvSpPr>
          <p:cNvPr id="3" name="Title 2">
            <a:extLst>
              <a:ext uri="{FF2B5EF4-FFF2-40B4-BE49-F238E27FC236}">
                <a16:creationId xmlns:a16="http://schemas.microsoft.com/office/drawing/2014/main" id="{2505224A-B376-057C-C61F-A04A9AF644C0}"/>
              </a:ext>
            </a:extLst>
          </p:cNvPr>
          <p:cNvSpPr>
            <a:spLocks noGrp="1"/>
          </p:cNvSpPr>
          <p:nvPr>
            <p:ph type="title"/>
          </p:nvPr>
        </p:nvSpPr>
        <p:spPr/>
        <p:txBody>
          <a:bodyPr/>
          <a:lstStyle/>
          <a:p>
            <a:r>
              <a:rPr lang="en-US" dirty="0"/>
              <a:t>Data and Information (NS Section 3, Element 4)</a:t>
            </a:r>
            <a:endParaRPr lang="en-AU" dirty="0"/>
          </a:p>
        </p:txBody>
      </p:sp>
      <p:sp>
        <p:nvSpPr>
          <p:cNvPr id="4" name="Slide Number Placeholder 3">
            <a:extLst>
              <a:ext uri="{FF2B5EF4-FFF2-40B4-BE49-F238E27FC236}">
                <a16:creationId xmlns:a16="http://schemas.microsoft.com/office/drawing/2014/main" id="{C700E5FE-4846-9059-891A-0E4627614512}"/>
              </a:ext>
            </a:extLst>
          </p:cNvPr>
          <p:cNvSpPr>
            <a:spLocks noGrp="1"/>
          </p:cNvSpPr>
          <p:nvPr>
            <p:ph type="sldNum" sz="quarter" idx="4"/>
          </p:nvPr>
        </p:nvSpPr>
        <p:spPr/>
        <p:txBody>
          <a:bodyPr/>
          <a:lstStyle/>
          <a:p>
            <a:fld id="{50DE2101-C65B-4E63-9A0E-F3BD87D4D20C}" type="slidenum">
              <a:rPr lang="en-AU" smtClean="0"/>
              <a:pPr/>
              <a:t>17</a:t>
            </a:fld>
            <a:endParaRPr lang="en-AU" dirty="0"/>
          </a:p>
        </p:txBody>
      </p:sp>
    </p:spTree>
    <p:extLst>
      <p:ext uri="{BB962C8B-B14F-4D97-AF65-F5344CB8AC3E}">
        <p14:creationId xmlns:p14="http://schemas.microsoft.com/office/powerpoint/2010/main" val="1646344878"/>
      </p:ext>
    </p:extLst>
  </p:cSld>
  <p:clrMapOvr>
    <a:masterClrMapping/>
  </p:clrMapOvr>
  <p:transition spd="med">
    <p:fade/>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61BEB0A6-184E-3FF7-40D8-5E43E2A7E18A}"/>
              </a:ext>
            </a:extLst>
          </p:cNvPr>
          <p:cNvSpPr>
            <a:spLocks noGrp="1"/>
          </p:cNvSpPr>
          <p:nvPr>
            <p:ph type="sldNum" sz="quarter" idx="4"/>
          </p:nvPr>
        </p:nvSpPr>
        <p:spPr/>
        <p:txBody>
          <a:bodyPr/>
          <a:lstStyle/>
          <a:p>
            <a:fld id="{50DE2101-C65B-4E63-9A0E-F3BD87D4D20C}" type="slidenum">
              <a:rPr lang="en-AU" smtClean="0"/>
              <a:pPr/>
              <a:t>18</a:t>
            </a:fld>
            <a:endParaRPr lang="en-AU" dirty="0"/>
          </a:p>
        </p:txBody>
      </p:sp>
      <p:sp>
        <p:nvSpPr>
          <p:cNvPr id="3" name="Content Placeholder 2">
            <a:extLst>
              <a:ext uri="{FF2B5EF4-FFF2-40B4-BE49-F238E27FC236}">
                <a16:creationId xmlns:a16="http://schemas.microsoft.com/office/drawing/2014/main" id="{2169806A-D853-06E8-B6E3-010D2D440DE8}"/>
              </a:ext>
            </a:extLst>
          </p:cNvPr>
          <p:cNvSpPr>
            <a:spLocks noGrp="1"/>
          </p:cNvSpPr>
          <p:nvPr>
            <p:ph idx="1"/>
          </p:nvPr>
        </p:nvSpPr>
        <p:spPr/>
        <p:txBody>
          <a:bodyPr/>
          <a:lstStyle/>
          <a:p>
            <a:r>
              <a:rPr lang="en-US" dirty="0"/>
              <a:t>Researcher developed Facebook app - </a:t>
            </a:r>
            <a:r>
              <a:rPr lang="en-US" i="1" dirty="0"/>
              <a:t>This is your digital life</a:t>
            </a:r>
          </a:p>
          <a:p>
            <a:pPr lvl="1"/>
            <a:r>
              <a:rPr lang="en-US" dirty="0"/>
              <a:t>Personality quiz – users were paid to take the test, consented to share their data</a:t>
            </a:r>
          </a:p>
          <a:p>
            <a:pPr lvl="1"/>
            <a:r>
              <a:rPr lang="en-US" dirty="0"/>
              <a:t>But permissions also allowed it to collect data from users’ Facebook friends</a:t>
            </a:r>
          </a:p>
          <a:p>
            <a:pPr lvl="1"/>
            <a:r>
              <a:rPr lang="en-US" dirty="0"/>
              <a:t>More than 50 million Facebook profiles accessed without consent</a:t>
            </a:r>
          </a:p>
          <a:p>
            <a:r>
              <a:rPr lang="en-US" dirty="0"/>
              <a:t>Cambridge Analytica obtained with data</a:t>
            </a:r>
          </a:p>
          <a:p>
            <a:pPr lvl="1"/>
            <a:r>
              <a:rPr lang="en-US" dirty="0"/>
              <a:t>Psychological profiles</a:t>
            </a:r>
          </a:p>
          <a:p>
            <a:pPr lvl="1"/>
            <a:r>
              <a:rPr lang="en-US" dirty="0"/>
              <a:t>Used for targeted advertising, including in political campaigns</a:t>
            </a:r>
            <a:endParaRPr lang="en-AU" dirty="0"/>
          </a:p>
        </p:txBody>
      </p:sp>
      <p:sp>
        <p:nvSpPr>
          <p:cNvPr id="4" name="Title 3">
            <a:extLst>
              <a:ext uri="{FF2B5EF4-FFF2-40B4-BE49-F238E27FC236}">
                <a16:creationId xmlns:a16="http://schemas.microsoft.com/office/drawing/2014/main" id="{76AA6983-9032-6E32-DA24-CE8B75F913E8}"/>
              </a:ext>
            </a:extLst>
          </p:cNvPr>
          <p:cNvSpPr>
            <a:spLocks noGrp="1"/>
          </p:cNvSpPr>
          <p:nvPr>
            <p:ph type="title"/>
          </p:nvPr>
        </p:nvSpPr>
        <p:spPr/>
        <p:txBody>
          <a:bodyPr/>
          <a:lstStyle/>
          <a:p>
            <a:r>
              <a:rPr lang="en-US" dirty="0"/>
              <a:t>Cambridge Analytica</a:t>
            </a:r>
            <a:endParaRPr lang="en-AU" dirty="0"/>
          </a:p>
        </p:txBody>
      </p:sp>
    </p:spTree>
    <p:extLst>
      <p:ext uri="{BB962C8B-B14F-4D97-AF65-F5344CB8AC3E}">
        <p14:creationId xmlns:p14="http://schemas.microsoft.com/office/powerpoint/2010/main" val="2676546522"/>
      </p:ext>
    </p:extLst>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87A1ACC8-A787-08C1-FFB0-ED824EFB0ABE}"/>
              </a:ext>
            </a:extLst>
          </p:cNvPr>
          <p:cNvSpPr>
            <a:spLocks noGrp="1"/>
          </p:cNvSpPr>
          <p:nvPr>
            <p:ph type="sldNum" sz="quarter" idx="4"/>
          </p:nvPr>
        </p:nvSpPr>
        <p:spPr/>
        <p:txBody>
          <a:bodyPr/>
          <a:lstStyle/>
          <a:p>
            <a:fld id="{50DE2101-C65B-4E63-9A0E-F3BD87D4D20C}" type="slidenum">
              <a:rPr lang="en-AU" smtClean="0"/>
              <a:pPr/>
              <a:t>19</a:t>
            </a:fld>
            <a:endParaRPr lang="en-AU" dirty="0"/>
          </a:p>
        </p:txBody>
      </p:sp>
      <p:sp>
        <p:nvSpPr>
          <p:cNvPr id="3" name="Content Placeholder 2">
            <a:extLst>
              <a:ext uri="{FF2B5EF4-FFF2-40B4-BE49-F238E27FC236}">
                <a16:creationId xmlns:a16="http://schemas.microsoft.com/office/drawing/2014/main" id="{BB12CFD6-9F16-B211-6295-8E26CF5D8B2D}"/>
              </a:ext>
            </a:extLst>
          </p:cNvPr>
          <p:cNvSpPr>
            <a:spLocks noGrp="1"/>
          </p:cNvSpPr>
          <p:nvPr>
            <p:ph idx="1"/>
          </p:nvPr>
        </p:nvSpPr>
        <p:spPr/>
        <p:txBody>
          <a:bodyPr/>
          <a:lstStyle/>
          <a:p>
            <a:r>
              <a:rPr lang="en-US" dirty="0"/>
              <a:t>Respect for autonomy – consent</a:t>
            </a:r>
          </a:p>
          <a:p>
            <a:r>
              <a:rPr lang="en-US" dirty="0"/>
              <a:t>Secondary use of data – individual may not have had reasonable expectation that data would be used in research</a:t>
            </a:r>
          </a:p>
          <a:p>
            <a:r>
              <a:rPr lang="en-US" dirty="0"/>
              <a:t>Risk of re-identification</a:t>
            </a:r>
            <a:endParaRPr lang="en-AU" dirty="0"/>
          </a:p>
        </p:txBody>
      </p:sp>
      <p:sp>
        <p:nvSpPr>
          <p:cNvPr id="4" name="Title 3">
            <a:extLst>
              <a:ext uri="{FF2B5EF4-FFF2-40B4-BE49-F238E27FC236}">
                <a16:creationId xmlns:a16="http://schemas.microsoft.com/office/drawing/2014/main" id="{11A9EB6E-90E6-D3CB-C5CE-84BE1C73CF14}"/>
              </a:ext>
            </a:extLst>
          </p:cNvPr>
          <p:cNvSpPr>
            <a:spLocks noGrp="1"/>
          </p:cNvSpPr>
          <p:nvPr>
            <p:ph type="title"/>
          </p:nvPr>
        </p:nvSpPr>
        <p:spPr/>
        <p:txBody>
          <a:bodyPr/>
          <a:lstStyle/>
          <a:p>
            <a:r>
              <a:rPr lang="en-US" dirty="0"/>
              <a:t>Publicly available data – ethical consideration</a:t>
            </a:r>
            <a:endParaRPr lang="en-AU" dirty="0"/>
          </a:p>
        </p:txBody>
      </p:sp>
    </p:spTree>
    <p:extLst>
      <p:ext uri="{BB962C8B-B14F-4D97-AF65-F5344CB8AC3E}">
        <p14:creationId xmlns:p14="http://schemas.microsoft.com/office/powerpoint/2010/main" val="2403400336"/>
      </p:ext>
    </p:extLst>
  </p:cSld>
  <p:clrMapOvr>
    <a:masterClrMapping/>
  </p:clrMapOvr>
  <p:transition spd="med">
    <p:fade/>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04B51208-025D-C215-DD54-A7C8FD595668}"/>
              </a:ext>
            </a:extLst>
          </p:cNvPr>
          <p:cNvSpPr>
            <a:spLocks noGrp="1"/>
          </p:cNvSpPr>
          <p:nvPr>
            <p:ph type="sldNum" sz="quarter" idx="4"/>
          </p:nvPr>
        </p:nvSpPr>
        <p:spPr/>
        <p:txBody>
          <a:bodyPr/>
          <a:lstStyle/>
          <a:p>
            <a:fld id="{50DE2101-C65B-4E63-9A0E-F3BD87D4D20C}" type="slidenum">
              <a:rPr lang="en-AU" smtClean="0"/>
              <a:pPr/>
              <a:t>20</a:t>
            </a:fld>
            <a:endParaRPr lang="en-AU" dirty="0"/>
          </a:p>
        </p:txBody>
      </p:sp>
      <p:sp>
        <p:nvSpPr>
          <p:cNvPr id="3" name="Content Placeholder 2">
            <a:extLst>
              <a:ext uri="{FF2B5EF4-FFF2-40B4-BE49-F238E27FC236}">
                <a16:creationId xmlns:a16="http://schemas.microsoft.com/office/drawing/2014/main" id="{9F3CE0F6-A562-4733-D4D4-5C4E563A543F}"/>
              </a:ext>
            </a:extLst>
          </p:cNvPr>
          <p:cNvSpPr>
            <a:spLocks noGrp="1"/>
          </p:cNvSpPr>
          <p:nvPr>
            <p:ph idx="1"/>
          </p:nvPr>
        </p:nvSpPr>
        <p:spPr/>
        <p:txBody>
          <a:bodyPr>
            <a:normAutofit fontScale="92500" lnSpcReduction="10000"/>
          </a:bodyPr>
          <a:lstStyle/>
          <a:p>
            <a:r>
              <a:rPr lang="en-US" dirty="0"/>
              <a:t>Low risk</a:t>
            </a:r>
          </a:p>
          <a:p>
            <a:r>
              <a:rPr lang="en-US" dirty="0"/>
              <a:t>Benefits outweigh risk of harm of not getting consent</a:t>
            </a:r>
          </a:p>
          <a:p>
            <a:r>
              <a:rPr lang="en-US" dirty="0"/>
              <a:t>Impracticable to get consent</a:t>
            </a:r>
          </a:p>
          <a:p>
            <a:r>
              <a:rPr lang="en-US" dirty="0"/>
              <a:t>No reason to think individual wouldn’t consent</a:t>
            </a:r>
          </a:p>
          <a:p>
            <a:r>
              <a:rPr lang="en-US" dirty="0"/>
              <a:t>Protection of privacy</a:t>
            </a:r>
          </a:p>
          <a:p>
            <a:r>
              <a:rPr lang="en-US" dirty="0"/>
              <a:t>Plan to protect confidentiality</a:t>
            </a:r>
          </a:p>
          <a:p>
            <a:r>
              <a:rPr lang="en-US" dirty="0"/>
              <a:t>Plan for return of significant findings</a:t>
            </a:r>
          </a:p>
          <a:p>
            <a:r>
              <a:rPr lang="en-US" dirty="0"/>
              <a:t>Commercial exploitation</a:t>
            </a:r>
          </a:p>
          <a:p>
            <a:r>
              <a:rPr lang="en-US" dirty="0"/>
              <a:t>Waiver not prohibited by law</a:t>
            </a:r>
          </a:p>
          <a:p>
            <a:r>
              <a:rPr lang="en-US" dirty="0"/>
              <a:t>NS 2.3.11 – If research plans to expose illegal activity</a:t>
            </a:r>
          </a:p>
        </p:txBody>
      </p:sp>
      <p:sp>
        <p:nvSpPr>
          <p:cNvPr id="4" name="Title 3">
            <a:extLst>
              <a:ext uri="{FF2B5EF4-FFF2-40B4-BE49-F238E27FC236}">
                <a16:creationId xmlns:a16="http://schemas.microsoft.com/office/drawing/2014/main" id="{E43BE673-1F0B-3ADA-D2B9-10983D1A62CB}"/>
              </a:ext>
            </a:extLst>
          </p:cNvPr>
          <p:cNvSpPr>
            <a:spLocks noGrp="1"/>
          </p:cNvSpPr>
          <p:nvPr>
            <p:ph type="title"/>
          </p:nvPr>
        </p:nvSpPr>
        <p:spPr/>
        <p:txBody>
          <a:bodyPr/>
          <a:lstStyle/>
          <a:p>
            <a:r>
              <a:rPr lang="en-US" dirty="0"/>
              <a:t>Waiver of consent NS 2.3.10</a:t>
            </a:r>
            <a:endParaRPr lang="en-AU" dirty="0"/>
          </a:p>
        </p:txBody>
      </p:sp>
    </p:spTree>
    <p:extLst>
      <p:ext uri="{BB962C8B-B14F-4D97-AF65-F5344CB8AC3E}">
        <p14:creationId xmlns:p14="http://schemas.microsoft.com/office/powerpoint/2010/main" val="1126865709"/>
      </p:ext>
    </p:extLst>
  </p:cSld>
  <p:clrMapOvr>
    <a:masterClrMapping/>
  </p:clrMapOvr>
  <p:transition spd="med">
    <p:fade/>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BFA202B-35BB-3C3B-0313-1D3C03574E12}"/>
              </a:ext>
            </a:extLst>
          </p:cNvPr>
          <p:cNvSpPr>
            <a:spLocks noGrp="1"/>
          </p:cNvSpPr>
          <p:nvPr>
            <p:ph type="sldNum" sz="quarter" idx="4"/>
          </p:nvPr>
        </p:nvSpPr>
        <p:spPr/>
        <p:txBody>
          <a:bodyPr/>
          <a:lstStyle/>
          <a:p>
            <a:fld id="{50DE2101-C65B-4E63-9A0E-F3BD87D4D20C}" type="slidenum">
              <a:rPr lang="en-AU" smtClean="0"/>
              <a:pPr/>
              <a:t>21</a:t>
            </a:fld>
            <a:endParaRPr lang="en-AU" dirty="0"/>
          </a:p>
        </p:txBody>
      </p:sp>
      <p:sp>
        <p:nvSpPr>
          <p:cNvPr id="3" name="Content Placeholder 2">
            <a:extLst>
              <a:ext uri="{FF2B5EF4-FFF2-40B4-BE49-F238E27FC236}">
                <a16:creationId xmlns:a16="http://schemas.microsoft.com/office/drawing/2014/main" id="{62B73133-2A87-9943-19B1-765C707F2688}"/>
              </a:ext>
            </a:extLst>
          </p:cNvPr>
          <p:cNvSpPr>
            <a:spLocks noGrp="1"/>
          </p:cNvSpPr>
          <p:nvPr>
            <p:ph idx="1"/>
          </p:nvPr>
        </p:nvSpPr>
        <p:spPr/>
        <p:txBody>
          <a:bodyPr/>
          <a:lstStyle/>
          <a:p>
            <a:r>
              <a:rPr lang="en-US" dirty="0"/>
              <a:t>Impracticable to get consent</a:t>
            </a:r>
          </a:p>
          <a:p>
            <a:pPr lvl="1"/>
            <a:r>
              <a:rPr lang="en-US" dirty="0"/>
              <a:t>Not just hard, but impractical</a:t>
            </a:r>
          </a:p>
          <a:p>
            <a:pPr lvl="1"/>
            <a:r>
              <a:rPr lang="en-US" dirty="0"/>
              <a:t>100 people – hard, 20 000 probably impracticable</a:t>
            </a:r>
          </a:p>
          <a:p>
            <a:pPr lvl="1"/>
            <a:r>
              <a:rPr lang="en-US" dirty="0"/>
              <a:t>Consider if participants were elderly or ill – harms in trying to contact</a:t>
            </a:r>
          </a:p>
          <a:p>
            <a:r>
              <a:rPr lang="en-US" dirty="0"/>
              <a:t>No reason to think individual wouldn’t consent</a:t>
            </a:r>
          </a:p>
          <a:p>
            <a:pPr lvl="1"/>
            <a:r>
              <a:rPr lang="en-US" dirty="0"/>
              <a:t>Consumer involvement in development of project may help HREC determine this</a:t>
            </a:r>
          </a:p>
          <a:p>
            <a:endParaRPr lang="en-AU" dirty="0"/>
          </a:p>
        </p:txBody>
      </p:sp>
      <p:sp>
        <p:nvSpPr>
          <p:cNvPr id="4" name="Title 3">
            <a:extLst>
              <a:ext uri="{FF2B5EF4-FFF2-40B4-BE49-F238E27FC236}">
                <a16:creationId xmlns:a16="http://schemas.microsoft.com/office/drawing/2014/main" id="{9405A510-892C-4126-7929-6E71757DE4EC}"/>
              </a:ext>
            </a:extLst>
          </p:cNvPr>
          <p:cNvSpPr>
            <a:spLocks noGrp="1"/>
          </p:cNvSpPr>
          <p:nvPr>
            <p:ph type="title"/>
          </p:nvPr>
        </p:nvSpPr>
        <p:spPr/>
        <p:txBody>
          <a:bodyPr/>
          <a:lstStyle/>
          <a:p>
            <a:r>
              <a:rPr lang="en-US" dirty="0"/>
              <a:t>Justifying waiver</a:t>
            </a:r>
            <a:endParaRPr lang="en-AU" dirty="0"/>
          </a:p>
        </p:txBody>
      </p:sp>
    </p:spTree>
    <p:extLst>
      <p:ext uri="{BB962C8B-B14F-4D97-AF65-F5344CB8AC3E}">
        <p14:creationId xmlns:p14="http://schemas.microsoft.com/office/powerpoint/2010/main" val="281455192"/>
      </p:ext>
    </p:extLst>
  </p:cSld>
  <p:clrMapOvr>
    <a:masterClrMapping/>
  </p:clrMapOvr>
  <p:transition spd="med">
    <p:fade/>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8F60F794-4404-B702-51A0-2614114DDC66}"/>
              </a:ext>
            </a:extLst>
          </p:cNvPr>
          <p:cNvSpPr>
            <a:spLocks noGrp="1"/>
          </p:cNvSpPr>
          <p:nvPr>
            <p:ph type="sldNum" sz="quarter" idx="4"/>
          </p:nvPr>
        </p:nvSpPr>
        <p:spPr/>
        <p:txBody>
          <a:bodyPr/>
          <a:lstStyle/>
          <a:p>
            <a:fld id="{50DE2101-C65B-4E63-9A0E-F3BD87D4D20C}" type="slidenum">
              <a:rPr lang="en-AU" smtClean="0"/>
              <a:pPr/>
              <a:t>22</a:t>
            </a:fld>
            <a:endParaRPr lang="en-AU" dirty="0"/>
          </a:p>
        </p:txBody>
      </p:sp>
      <p:sp>
        <p:nvSpPr>
          <p:cNvPr id="5" name="Content Placeholder 4">
            <a:extLst>
              <a:ext uri="{FF2B5EF4-FFF2-40B4-BE49-F238E27FC236}">
                <a16:creationId xmlns:a16="http://schemas.microsoft.com/office/drawing/2014/main" id="{DB4E3A2C-E614-80C2-00E2-BEA2D8AF7118}"/>
              </a:ext>
            </a:extLst>
          </p:cNvPr>
          <p:cNvSpPr>
            <a:spLocks noGrp="1"/>
          </p:cNvSpPr>
          <p:nvPr>
            <p:ph sz="half" idx="2"/>
          </p:nvPr>
        </p:nvSpPr>
        <p:spPr/>
        <p:txBody>
          <a:bodyPr/>
          <a:lstStyle/>
          <a:p>
            <a:pPr marL="0" indent="0">
              <a:buNone/>
            </a:pPr>
            <a:r>
              <a:rPr lang="en-US" dirty="0"/>
              <a:t>7. Direct marketing</a:t>
            </a:r>
          </a:p>
          <a:p>
            <a:pPr marL="0" indent="0">
              <a:buNone/>
            </a:pPr>
            <a:r>
              <a:rPr lang="en-US" dirty="0"/>
              <a:t>8. Cross-border disclosure </a:t>
            </a:r>
          </a:p>
          <a:p>
            <a:pPr marL="0" indent="0">
              <a:buNone/>
            </a:pPr>
            <a:r>
              <a:rPr lang="en-US" dirty="0"/>
              <a:t>9. Government identifiers</a:t>
            </a:r>
          </a:p>
          <a:p>
            <a:pPr marL="457200" indent="-457200">
              <a:buAutoNum type="arabicPeriod" startAt="10"/>
            </a:pPr>
            <a:r>
              <a:rPr lang="en-US" dirty="0"/>
              <a:t>Quality of personal information</a:t>
            </a:r>
          </a:p>
          <a:p>
            <a:pPr marL="457200" indent="-457200">
              <a:buAutoNum type="arabicPeriod" startAt="10"/>
            </a:pPr>
            <a:r>
              <a:rPr lang="en-US" dirty="0"/>
              <a:t>Security</a:t>
            </a:r>
          </a:p>
          <a:p>
            <a:pPr marL="457200" indent="-457200">
              <a:buAutoNum type="arabicPeriod" startAt="10"/>
            </a:pPr>
            <a:r>
              <a:rPr lang="en-US" dirty="0"/>
              <a:t>Access</a:t>
            </a:r>
          </a:p>
          <a:p>
            <a:pPr marL="457200" indent="-457200">
              <a:buAutoNum type="arabicPeriod" startAt="10"/>
            </a:pPr>
            <a:r>
              <a:rPr lang="en-US" dirty="0"/>
              <a:t>Correction</a:t>
            </a:r>
          </a:p>
          <a:p>
            <a:pPr marL="0" indent="0">
              <a:buNone/>
            </a:pPr>
            <a:endParaRPr lang="en-AU" dirty="0"/>
          </a:p>
        </p:txBody>
      </p:sp>
      <p:sp>
        <p:nvSpPr>
          <p:cNvPr id="2" name="Content Placeholder 1">
            <a:extLst>
              <a:ext uri="{FF2B5EF4-FFF2-40B4-BE49-F238E27FC236}">
                <a16:creationId xmlns:a16="http://schemas.microsoft.com/office/drawing/2014/main" id="{63D3AC52-5856-BD53-BDF5-6866CCAB05EE}"/>
              </a:ext>
            </a:extLst>
          </p:cNvPr>
          <p:cNvSpPr>
            <a:spLocks noGrp="1"/>
          </p:cNvSpPr>
          <p:nvPr>
            <p:ph sz="half" idx="1"/>
          </p:nvPr>
        </p:nvSpPr>
        <p:spPr/>
        <p:txBody>
          <a:bodyPr/>
          <a:lstStyle/>
          <a:p>
            <a:pPr marL="457200" indent="-457200">
              <a:buAutoNum type="arabicPeriod"/>
            </a:pPr>
            <a:r>
              <a:rPr lang="en-US" dirty="0"/>
              <a:t>Open and transparent management</a:t>
            </a:r>
          </a:p>
          <a:p>
            <a:pPr marL="457200" indent="-457200">
              <a:buAutoNum type="arabicPeriod"/>
            </a:pPr>
            <a:r>
              <a:rPr lang="en-US" dirty="0"/>
              <a:t>Anonymity and pseudonymity</a:t>
            </a:r>
          </a:p>
          <a:p>
            <a:pPr marL="457200" indent="-457200">
              <a:buAutoNum type="arabicPeriod"/>
            </a:pPr>
            <a:r>
              <a:rPr lang="en-US" dirty="0"/>
              <a:t>Collection of solicited personal information</a:t>
            </a:r>
          </a:p>
          <a:p>
            <a:pPr marL="457200" indent="-457200">
              <a:buAutoNum type="arabicPeriod"/>
            </a:pPr>
            <a:r>
              <a:rPr lang="en-US" dirty="0"/>
              <a:t>Dealing with unsolicited personal information</a:t>
            </a:r>
          </a:p>
          <a:p>
            <a:pPr marL="457200" indent="-457200">
              <a:buAutoNum type="arabicPeriod"/>
            </a:pPr>
            <a:r>
              <a:rPr lang="en-US" dirty="0"/>
              <a:t>Notification of collection</a:t>
            </a:r>
          </a:p>
          <a:p>
            <a:pPr marL="457200" indent="-457200">
              <a:buAutoNum type="arabicPeriod"/>
            </a:pPr>
            <a:r>
              <a:rPr lang="en-US" dirty="0"/>
              <a:t>Use or disclosure</a:t>
            </a:r>
          </a:p>
        </p:txBody>
      </p:sp>
      <p:sp>
        <p:nvSpPr>
          <p:cNvPr id="3" name="Title 2">
            <a:extLst>
              <a:ext uri="{FF2B5EF4-FFF2-40B4-BE49-F238E27FC236}">
                <a16:creationId xmlns:a16="http://schemas.microsoft.com/office/drawing/2014/main" id="{B3D15F3C-EA40-A827-4498-E9DFF0486172}"/>
              </a:ext>
            </a:extLst>
          </p:cNvPr>
          <p:cNvSpPr>
            <a:spLocks noGrp="1"/>
          </p:cNvSpPr>
          <p:nvPr>
            <p:ph type="title"/>
          </p:nvPr>
        </p:nvSpPr>
        <p:spPr/>
        <p:txBody>
          <a:bodyPr/>
          <a:lstStyle/>
          <a:p>
            <a:r>
              <a:rPr lang="en-US" dirty="0"/>
              <a:t>Australian Privacy Principles – Australian Privacy Act (1988)</a:t>
            </a:r>
            <a:endParaRPr lang="en-AU" dirty="0"/>
          </a:p>
        </p:txBody>
      </p:sp>
    </p:spTree>
    <p:extLst>
      <p:ext uri="{BB962C8B-B14F-4D97-AF65-F5344CB8AC3E}">
        <p14:creationId xmlns:p14="http://schemas.microsoft.com/office/powerpoint/2010/main" val="3244748493"/>
      </p:ext>
    </p:extLst>
  </p:cSld>
  <p:clrMapOvr>
    <a:masterClrMapping/>
  </p:clrMapOvr>
  <p:transition spd="med">
    <p:fade/>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F02E516D-159E-3994-822E-77DC75D579AA}"/>
              </a:ext>
            </a:extLst>
          </p:cNvPr>
          <p:cNvSpPr>
            <a:spLocks noGrp="1"/>
          </p:cNvSpPr>
          <p:nvPr>
            <p:ph type="sldNum" sz="quarter" idx="4"/>
          </p:nvPr>
        </p:nvSpPr>
        <p:spPr/>
        <p:txBody>
          <a:bodyPr/>
          <a:lstStyle/>
          <a:p>
            <a:fld id="{50DE2101-C65B-4E63-9A0E-F3BD87D4D20C}" type="slidenum">
              <a:rPr lang="en-AU" smtClean="0"/>
              <a:pPr/>
              <a:t>23</a:t>
            </a:fld>
            <a:endParaRPr lang="en-AU" dirty="0"/>
          </a:p>
        </p:txBody>
      </p:sp>
      <p:sp>
        <p:nvSpPr>
          <p:cNvPr id="6" name="Content Placeholder 5">
            <a:extLst>
              <a:ext uri="{FF2B5EF4-FFF2-40B4-BE49-F238E27FC236}">
                <a16:creationId xmlns:a16="http://schemas.microsoft.com/office/drawing/2014/main" id="{618EAC5B-4182-AC57-DA34-C76BCA0FD399}"/>
              </a:ext>
            </a:extLst>
          </p:cNvPr>
          <p:cNvSpPr>
            <a:spLocks noGrp="1"/>
          </p:cNvSpPr>
          <p:nvPr>
            <p:ph idx="1"/>
          </p:nvPr>
        </p:nvSpPr>
        <p:spPr>
          <a:xfrm>
            <a:off x="468000" y="1692000"/>
            <a:ext cx="11232000" cy="4328242"/>
          </a:xfrm>
        </p:spPr>
        <p:txBody>
          <a:bodyPr>
            <a:normAutofit lnSpcReduction="10000"/>
          </a:bodyPr>
          <a:lstStyle/>
          <a:p>
            <a:r>
              <a:rPr lang="en-US" dirty="0"/>
              <a:t>1.8 billion ‘touch on’ and ‘touch off’ events from 15 million Myki cards covering 2015-2018</a:t>
            </a:r>
          </a:p>
          <a:p>
            <a:pPr lvl="1"/>
            <a:r>
              <a:rPr lang="en-US" dirty="0"/>
              <a:t>Exact timestamps</a:t>
            </a:r>
          </a:p>
          <a:p>
            <a:pPr lvl="1"/>
            <a:r>
              <a:rPr lang="en-US" dirty="0"/>
              <a:t>Location of events</a:t>
            </a:r>
          </a:p>
          <a:p>
            <a:pPr lvl="1"/>
            <a:r>
              <a:rPr lang="en-US" dirty="0"/>
              <a:t>Card type (student, police </a:t>
            </a:r>
            <a:r>
              <a:rPr lang="en-US" dirty="0" err="1"/>
              <a:t>etc</a:t>
            </a:r>
            <a:r>
              <a:rPr lang="en-US" dirty="0"/>
              <a:t>)</a:t>
            </a:r>
          </a:p>
          <a:p>
            <a:pPr lvl="1"/>
            <a:r>
              <a:rPr lang="en-US" dirty="0"/>
              <a:t>Linked trips for each card</a:t>
            </a:r>
          </a:p>
          <a:p>
            <a:r>
              <a:rPr lang="en-US" dirty="0"/>
              <a:t>Researchers from U of Melbourne showed that</a:t>
            </a:r>
          </a:p>
          <a:p>
            <a:pPr lvl="1"/>
            <a:r>
              <a:rPr lang="en-US" dirty="0"/>
              <a:t>2 known trips often enough to uniquely identify a person in the dataset</a:t>
            </a:r>
          </a:p>
          <a:p>
            <a:pPr lvl="1"/>
            <a:r>
              <a:rPr lang="en-US" dirty="0"/>
              <a:t>Could then extract full travel history for 3 years, home and work locations, co-</a:t>
            </a:r>
            <a:r>
              <a:rPr lang="en-US" dirty="0" err="1"/>
              <a:t>traveller</a:t>
            </a:r>
            <a:r>
              <a:rPr lang="en-US" dirty="0"/>
              <a:t> patterns</a:t>
            </a:r>
            <a:endParaRPr lang="en-AU" dirty="0"/>
          </a:p>
          <a:p>
            <a:r>
              <a:rPr lang="en-AU" dirty="0"/>
              <a:t>PTV in breach of the Privacy and Data Protection Act Victoria</a:t>
            </a:r>
            <a:endParaRPr lang="en-US" dirty="0"/>
          </a:p>
        </p:txBody>
      </p:sp>
      <p:sp>
        <p:nvSpPr>
          <p:cNvPr id="5" name="Title 4">
            <a:extLst>
              <a:ext uri="{FF2B5EF4-FFF2-40B4-BE49-F238E27FC236}">
                <a16:creationId xmlns:a16="http://schemas.microsoft.com/office/drawing/2014/main" id="{5215413E-C9DF-5923-F30C-9033FE3C9AF8}"/>
              </a:ext>
            </a:extLst>
          </p:cNvPr>
          <p:cNvSpPr>
            <a:spLocks noGrp="1"/>
          </p:cNvSpPr>
          <p:nvPr>
            <p:ph type="title"/>
          </p:nvPr>
        </p:nvSpPr>
        <p:spPr/>
        <p:txBody>
          <a:bodyPr/>
          <a:lstStyle/>
          <a:p>
            <a:r>
              <a:rPr lang="en-US" dirty="0"/>
              <a:t>Myki card data research</a:t>
            </a:r>
            <a:endParaRPr lang="en-AU" dirty="0"/>
          </a:p>
        </p:txBody>
      </p:sp>
    </p:spTree>
    <p:extLst>
      <p:ext uri="{BB962C8B-B14F-4D97-AF65-F5344CB8AC3E}">
        <p14:creationId xmlns:p14="http://schemas.microsoft.com/office/powerpoint/2010/main" val="3192929907"/>
      </p:ext>
    </p:extLst>
  </p:cSld>
  <p:clrMapOvr>
    <a:masterClrMapping/>
  </p:clrMapOvr>
  <p:transition spd="med">
    <p:fade/>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1C278C38-2392-9988-4314-FF17D074F4B9}"/>
              </a:ext>
            </a:extLst>
          </p:cNvPr>
          <p:cNvSpPr>
            <a:spLocks noGrp="1"/>
          </p:cNvSpPr>
          <p:nvPr>
            <p:ph type="sldNum" sz="quarter" idx="4"/>
          </p:nvPr>
        </p:nvSpPr>
        <p:spPr/>
        <p:txBody>
          <a:bodyPr/>
          <a:lstStyle/>
          <a:p>
            <a:fld id="{50DE2101-C65B-4E63-9A0E-F3BD87D4D20C}" type="slidenum">
              <a:rPr lang="en-AU" smtClean="0"/>
              <a:pPr/>
              <a:t>24</a:t>
            </a:fld>
            <a:endParaRPr lang="en-AU" dirty="0"/>
          </a:p>
        </p:txBody>
      </p:sp>
      <p:sp>
        <p:nvSpPr>
          <p:cNvPr id="3" name="Content Placeholder 2">
            <a:extLst>
              <a:ext uri="{FF2B5EF4-FFF2-40B4-BE49-F238E27FC236}">
                <a16:creationId xmlns:a16="http://schemas.microsoft.com/office/drawing/2014/main" id="{0DDDDBE3-5810-434C-7C92-538CA5A5BC19}"/>
              </a:ext>
            </a:extLst>
          </p:cNvPr>
          <p:cNvSpPr>
            <a:spLocks noGrp="1"/>
          </p:cNvSpPr>
          <p:nvPr>
            <p:ph idx="1"/>
          </p:nvPr>
        </p:nvSpPr>
        <p:spPr/>
        <p:txBody>
          <a:bodyPr/>
          <a:lstStyle/>
          <a:p>
            <a:r>
              <a:rPr lang="en-US" dirty="0"/>
              <a:t>Remove unique identifiers</a:t>
            </a:r>
          </a:p>
          <a:p>
            <a:pPr lvl="1"/>
            <a:r>
              <a:rPr lang="en-US" dirty="0"/>
              <a:t>name, address </a:t>
            </a:r>
            <a:r>
              <a:rPr lang="en-US" dirty="0" err="1"/>
              <a:t>etc</a:t>
            </a:r>
            <a:endParaRPr lang="en-US" dirty="0"/>
          </a:p>
          <a:p>
            <a:r>
              <a:rPr lang="en-US" dirty="0"/>
              <a:t>Mask indirect identifiers</a:t>
            </a:r>
          </a:p>
          <a:p>
            <a:pPr lvl="1"/>
            <a:r>
              <a:rPr lang="en-US" dirty="0"/>
              <a:t>Use age or age range, not date of birth</a:t>
            </a:r>
          </a:p>
          <a:p>
            <a:pPr lvl="1"/>
            <a:r>
              <a:rPr lang="en-US" dirty="0"/>
              <a:t>Use postcode rather than street name </a:t>
            </a:r>
            <a:endParaRPr lang="en-AU" dirty="0"/>
          </a:p>
          <a:p>
            <a:r>
              <a:rPr lang="en-AU" dirty="0"/>
              <a:t>Aggregate data</a:t>
            </a:r>
          </a:p>
          <a:p>
            <a:pPr lvl="1"/>
            <a:r>
              <a:rPr lang="en-AU" dirty="0"/>
              <a:t>Treat small data sets with care</a:t>
            </a:r>
          </a:p>
          <a:p>
            <a:r>
              <a:rPr lang="en-AU" dirty="0"/>
              <a:t>Remove linkage keys</a:t>
            </a:r>
            <a:endParaRPr lang="en-US" dirty="0"/>
          </a:p>
        </p:txBody>
      </p:sp>
      <p:sp>
        <p:nvSpPr>
          <p:cNvPr id="4" name="Title 3">
            <a:extLst>
              <a:ext uri="{FF2B5EF4-FFF2-40B4-BE49-F238E27FC236}">
                <a16:creationId xmlns:a16="http://schemas.microsoft.com/office/drawing/2014/main" id="{92409979-0FAC-B775-5702-41F521D0A7EE}"/>
              </a:ext>
            </a:extLst>
          </p:cNvPr>
          <p:cNvSpPr>
            <a:spLocks noGrp="1"/>
          </p:cNvSpPr>
          <p:nvPr>
            <p:ph type="title"/>
          </p:nvPr>
        </p:nvSpPr>
        <p:spPr/>
        <p:txBody>
          <a:bodyPr/>
          <a:lstStyle/>
          <a:p>
            <a:r>
              <a:rPr lang="en-US" dirty="0"/>
              <a:t>Decreasing identifiability of data</a:t>
            </a:r>
            <a:endParaRPr lang="en-AU" dirty="0"/>
          </a:p>
        </p:txBody>
      </p:sp>
    </p:spTree>
    <p:extLst>
      <p:ext uri="{BB962C8B-B14F-4D97-AF65-F5344CB8AC3E}">
        <p14:creationId xmlns:p14="http://schemas.microsoft.com/office/powerpoint/2010/main" val="527716161"/>
      </p:ext>
    </p:extLst>
  </p:cSld>
  <p:clrMapOvr>
    <a:masterClrMapping/>
  </p:clrMapOvr>
  <p:transition spd="med">
    <p:fade/>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ECF6782A-8C55-D8FA-C3BF-C50A90014894}"/>
              </a:ext>
            </a:extLst>
          </p:cNvPr>
          <p:cNvSpPr txBox="1"/>
          <p:nvPr/>
        </p:nvSpPr>
        <p:spPr>
          <a:xfrm>
            <a:off x="196170" y="578460"/>
            <a:ext cx="11311581" cy="738664"/>
          </a:xfrm>
          <a:prstGeom prst="rect">
            <a:avLst/>
          </a:prstGeom>
          <a:solidFill>
            <a:schemeClr val="accent3">
              <a:lumMod val="20000"/>
              <a:lumOff val="80000"/>
            </a:schemeClr>
          </a:solidFill>
        </p:spPr>
        <p:txBody>
          <a:bodyPr wrap="square">
            <a:spAutoFit/>
          </a:bodyPr>
          <a:lstStyle/>
          <a:p>
            <a:pPr marL="342900" lvl="0" indent="-342900">
              <a:buFont typeface="Symbol" panose="05050102010706020507" pitchFamily="18" charset="2"/>
              <a:buChar char=""/>
            </a:pPr>
            <a:r>
              <a:rPr lang="en-AU" sz="1400" b="1">
                <a:solidFill>
                  <a:srgbClr val="0C488E"/>
                </a:solidFill>
                <a:effectLst/>
                <a:latin typeface="Arial" panose="020B0604020202020204" pitchFamily="34" charset="0"/>
                <a:ea typeface="Times New Roman" panose="02020603050405020304" pitchFamily="18" charset="0"/>
                <a:cs typeface="Times New Roman" panose="02020603050405020304" pitchFamily="18" charset="0"/>
              </a:rPr>
              <a:t>Lower risk applications</a:t>
            </a:r>
          </a:p>
          <a:p>
            <a:pPr lvl="1"/>
            <a:r>
              <a:rPr lang="en-AU" sz="1400">
                <a:effectLst/>
                <a:latin typeface="Arial" panose="020B0604020202020204" pitchFamily="34" charset="0"/>
                <a:ea typeface="Times New Roman" panose="02020603050405020304" pitchFamily="18" charset="0"/>
                <a:cs typeface="Times New Roman" panose="02020603050405020304" pitchFamily="18" charset="0"/>
              </a:rPr>
              <a:t>- Foreseeable risk is no greater than discomfort (NS 2.1)</a:t>
            </a:r>
          </a:p>
          <a:p>
            <a:pPr lvl="1"/>
            <a:r>
              <a:rPr lang="en-AU" sz="1400">
                <a:latin typeface="Arial" panose="020B0604020202020204" pitchFamily="34" charset="0"/>
                <a:ea typeface="Times New Roman" panose="02020603050405020304" pitchFamily="18" charset="0"/>
                <a:cs typeface="Times New Roman" panose="02020603050405020304" pitchFamily="18" charset="0"/>
              </a:rPr>
              <a:t>- Submit on</a:t>
            </a:r>
            <a:r>
              <a:rPr lang="en-AU" sz="1400">
                <a:effectLst/>
                <a:latin typeface="Arial" panose="020B0604020202020204" pitchFamily="34" charset="0"/>
                <a:ea typeface="Times New Roman" panose="02020603050405020304" pitchFamily="18" charset="0"/>
                <a:cs typeface="Times New Roman" panose="02020603050405020304" pitchFamily="18" charset="0"/>
              </a:rPr>
              <a:t> the Human Ethics Low Risk Application form for </a:t>
            </a:r>
            <a:r>
              <a:rPr lang="en-AU" sz="1400">
                <a:solidFill>
                  <a:srgbClr val="0C488E"/>
                </a:solidFill>
                <a:effectLst/>
                <a:latin typeface="Arial" panose="020B0604020202020204" pitchFamily="34" charset="0"/>
                <a:ea typeface="Times New Roman" panose="02020603050405020304" pitchFamily="18" charset="0"/>
                <a:cs typeface="Times New Roman" panose="02020603050405020304" pitchFamily="18" charset="0"/>
              </a:rPr>
              <a:t>Faculty review (Faculty Ethics Chair &amp; School Research Ethics Advisor)</a:t>
            </a:r>
          </a:p>
        </p:txBody>
      </p:sp>
      <p:sp>
        <p:nvSpPr>
          <p:cNvPr id="4" name="Title 1">
            <a:extLst>
              <a:ext uri="{FF2B5EF4-FFF2-40B4-BE49-F238E27FC236}">
                <a16:creationId xmlns:a16="http://schemas.microsoft.com/office/drawing/2014/main" id="{0F7EF5F7-94A9-99C3-FCDA-9A4D2A4F58DF}"/>
              </a:ext>
            </a:extLst>
          </p:cNvPr>
          <p:cNvSpPr txBox="1">
            <a:spLocks/>
          </p:cNvSpPr>
          <p:nvPr/>
        </p:nvSpPr>
        <p:spPr>
          <a:xfrm>
            <a:off x="504626" y="95250"/>
            <a:ext cx="9646763" cy="583248"/>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rgbClr val="0F4372"/>
                </a:solidFill>
                <a:latin typeface="+mj-lt"/>
                <a:ea typeface="+mj-ea"/>
                <a:cs typeface="+mj-cs"/>
              </a:defRPr>
            </a:lvl1pPr>
          </a:lstStyle>
          <a:p>
            <a:r>
              <a:rPr lang="en-AU" sz="2400" b="1"/>
              <a:t>Ethics application types through the ERM platform</a:t>
            </a:r>
          </a:p>
        </p:txBody>
      </p:sp>
      <p:sp>
        <p:nvSpPr>
          <p:cNvPr id="2" name="TextBox 1">
            <a:extLst>
              <a:ext uri="{FF2B5EF4-FFF2-40B4-BE49-F238E27FC236}">
                <a16:creationId xmlns:a16="http://schemas.microsoft.com/office/drawing/2014/main" id="{B10386AB-83B6-85E9-532D-4A174EE2392C}"/>
              </a:ext>
            </a:extLst>
          </p:cNvPr>
          <p:cNvSpPr txBox="1"/>
          <p:nvPr/>
        </p:nvSpPr>
        <p:spPr>
          <a:xfrm>
            <a:off x="196170" y="1407917"/>
            <a:ext cx="11311581" cy="954107"/>
          </a:xfrm>
          <a:prstGeom prst="rect">
            <a:avLst/>
          </a:prstGeom>
          <a:solidFill>
            <a:schemeClr val="accent5">
              <a:lumMod val="20000"/>
              <a:lumOff val="80000"/>
            </a:schemeClr>
          </a:solidFill>
        </p:spPr>
        <p:txBody>
          <a:bodyPr wrap="square">
            <a:spAutoFit/>
          </a:bodyPr>
          <a:lstStyle/>
          <a:p>
            <a:pPr marL="342900" indent="-342900">
              <a:buFont typeface="Symbol" panose="05050102010706020507" pitchFamily="18" charset="2"/>
              <a:buChar char=""/>
            </a:pPr>
            <a:r>
              <a:rPr lang="en-AU" sz="1400" b="1">
                <a:solidFill>
                  <a:srgbClr val="0C488E"/>
                </a:solidFill>
                <a:latin typeface="Arial" panose="020B0604020202020204" pitchFamily="34" charset="0"/>
                <a:ea typeface="Times New Roman" panose="02020603050405020304" pitchFamily="18" charset="0"/>
                <a:cs typeface="Times New Roman" panose="02020603050405020304" pitchFamily="18" charset="0"/>
              </a:rPr>
              <a:t>Committee</a:t>
            </a:r>
            <a:r>
              <a:rPr lang="en-AU" sz="1400">
                <a:solidFill>
                  <a:srgbClr val="0C488E"/>
                </a:solidFill>
                <a:latin typeface="Arial" panose="020B0604020202020204" pitchFamily="34" charset="0"/>
                <a:ea typeface="Times New Roman" panose="02020603050405020304" pitchFamily="18" charset="0"/>
                <a:cs typeface="Times New Roman" panose="02020603050405020304" pitchFamily="18" charset="0"/>
              </a:rPr>
              <a:t> </a:t>
            </a:r>
            <a:r>
              <a:rPr lang="en-AU" sz="1400" b="1">
                <a:solidFill>
                  <a:srgbClr val="0C488E"/>
                </a:solidFill>
                <a:latin typeface="Arial" panose="020B0604020202020204" pitchFamily="34" charset="0"/>
                <a:ea typeface="Times New Roman" panose="02020603050405020304" pitchFamily="18" charset="0"/>
                <a:cs typeface="Times New Roman" panose="02020603050405020304" pitchFamily="18" charset="0"/>
              </a:rPr>
              <a:t> applications</a:t>
            </a:r>
          </a:p>
          <a:p>
            <a:pPr lvl="1"/>
            <a:r>
              <a:rPr lang="en-AU" sz="1400">
                <a:latin typeface="Arial" panose="020B0604020202020204" pitchFamily="34" charset="0"/>
                <a:ea typeface="Times New Roman" panose="02020603050405020304" pitchFamily="18" charset="0"/>
                <a:cs typeface="Times New Roman" panose="02020603050405020304" pitchFamily="18" charset="0"/>
              </a:rPr>
              <a:t>- Higher risk research (risk greater than discomfort) &amp;/or involves </a:t>
            </a:r>
            <a:r>
              <a:rPr lang="en-AU" sz="1400">
                <a:latin typeface="Arial" panose="020B0604020202020204" pitchFamily="34" charset="0"/>
                <a:cs typeface="Times New Roman" panose="02020603050405020304" pitchFamily="18" charset="0"/>
              </a:rPr>
              <a:t>participants who may experience increased risk due to their circumstances or the context of the research</a:t>
            </a:r>
            <a:endParaRPr lang="en-AU" sz="1400">
              <a:latin typeface="Arial" panose="020B0604020202020204" pitchFamily="34" charset="0"/>
              <a:ea typeface="Times New Roman" panose="02020603050405020304" pitchFamily="18" charset="0"/>
              <a:cs typeface="Times New Roman" panose="02020603050405020304" pitchFamily="18" charset="0"/>
            </a:endParaRPr>
          </a:p>
          <a:p>
            <a:pPr lvl="1"/>
            <a:r>
              <a:rPr lang="en-AU" sz="1400">
                <a:latin typeface="Arial" panose="020B0604020202020204" pitchFamily="34" charset="0"/>
                <a:ea typeface="Times New Roman" panose="02020603050405020304" pitchFamily="18" charset="0"/>
                <a:cs typeface="Times New Roman" panose="02020603050405020304" pitchFamily="18" charset="0"/>
              </a:rPr>
              <a:t>- Submit on the Human Research Ethics Application (HREA) form (developed by the NHMRC) for </a:t>
            </a:r>
            <a:r>
              <a:rPr lang="en-AU" sz="1400">
                <a:solidFill>
                  <a:srgbClr val="0C488E"/>
                </a:solidFill>
                <a:latin typeface="Arial" panose="020B0604020202020204" pitchFamily="34" charset="0"/>
                <a:ea typeface="Times New Roman" panose="02020603050405020304" pitchFamily="18" charset="0"/>
                <a:cs typeface="Times New Roman" panose="02020603050405020304" pitchFamily="18" charset="0"/>
              </a:rPr>
              <a:t>Faculty pre-review &amp; UHREC review</a:t>
            </a:r>
          </a:p>
        </p:txBody>
      </p:sp>
      <p:sp>
        <p:nvSpPr>
          <p:cNvPr id="3" name="TextBox 2">
            <a:extLst>
              <a:ext uri="{FF2B5EF4-FFF2-40B4-BE49-F238E27FC236}">
                <a16:creationId xmlns:a16="http://schemas.microsoft.com/office/drawing/2014/main" id="{118D0B30-A2C5-25E8-47A5-DE57B3E01A38}"/>
              </a:ext>
            </a:extLst>
          </p:cNvPr>
          <p:cNvSpPr txBox="1"/>
          <p:nvPr/>
        </p:nvSpPr>
        <p:spPr>
          <a:xfrm>
            <a:off x="196170" y="2438452"/>
            <a:ext cx="11311581" cy="307777"/>
          </a:xfrm>
          <a:prstGeom prst="rect">
            <a:avLst/>
          </a:prstGeom>
          <a:solidFill>
            <a:srgbClr val="B6EBAD">
              <a:alpha val="42000"/>
            </a:srgbClr>
          </a:solidFill>
        </p:spPr>
        <p:txBody>
          <a:bodyPr wrap="square">
            <a:spAutoFit/>
          </a:bodyPr>
          <a:lstStyle/>
          <a:p>
            <a:pPr marL="342900" lvl="0" indent="-342900">
              <a:buFont typeface="Symbol" panose="05050102010706020507" pitchFamily="18" charset="2"/>
              <a:buChar char=""/>
            </a:pPr>
            <a:r>
              <a:rPr lang="en-AU" sz="1400" b="1">
                <a:solidFill>
                  <a:srgbClr val="0C488E"/>
                </a:solidFill>
                <a:latin typeface="Arial" panose="020B0604020202020204" pitchFamily="34" charset="0"/>
                <a:ea typeface="Times New Roman" panose="02020603050405020304" pitchFamily="18" charset="0"/>
                <a:cs typeface="Times New Roman" panose="02020603050405020304" pitchFamily="18" charset="0"/>
              </a:rPr>
              <a:t>Variations </a:t>
            </a:r>
            <a:r>
              <a:rPr lang="en-AU" sz="1400">
                <a:latin typeface="Arial" panose="020B0604020202020204" pitchFamily="34" charset="0"/>
                <a:ea typeface="Times New Roman" panose="02020603050405020304" pitchFamily="18" charset="0"/>
                <a:cs typeface="Times New Roman" panose="02020603050405020304" pitchFamily="18" charset="0"/>
              </a:rPr>
              <a:t>For minor changes to an approved lower risk or HREA applications </a:t>
            </a:r>
          </a:p>
        </p:txBody>
      </p:sp>
      <p:sp>
        <p:nvSpPr>
          <p:cNvPr id="5" name="TextBox 4">
            <a:extLst>
              <a:ext uri="{FF2B5EF4-FFF2-40B4-BE49-F238E27FC236}">
                <a16:creationId xmlns:a16="http://schemas.microsoft.com/office/drawing/2014/main" id="{7CD7C45A-80BB-8A0F-1031-571DAF310689}"/>
              </a:ext>
            </a:extLst>
          </p:cNvPr>
          <p:cNvSpPr txBox="1"/>
          <p:nvPr/>
        </p:nvSpPr>
        <p:spPr>
          <a:xfrm>
            <a:off x="196170" y="2809492"/>
            <a:ext cx="11311581" cy="1815882"/>
          </a:xfrm>
          <a:prstGeom prst="rect">
            <a:avLst/>
          </a:prstGeom>
          <a:solidFill>
            <a:schemeClr val="accent2">
              <a:lumMod val="20000"/>
              <a:lumOff val="80000"/>
            </a:schemeClr>
          </a:solidFill>
        </p:spPr>
        <p:txBody>
          <a:bodyPr wrap="square">
            <a:spAutoFit/>
          </a:bodyPr>
          <a:lstStyle/>
          <a:p>
            <a:pPr marL="342900" indent="-342900">
              <a:buFont typeface="Symbol" panose="05050102010706020507" pitchFamily="18" charset="2"/>
              <a:buChar char=""/>
            </a:pPr>
            <a:r>
              <a:rPr lang="en-AU" sz="1400" b="1">
                <a:solidFill>
                  <a:srgbClr val="0C488E"/>
                </a:solidFill>
                <a:latin typeface="Arial" panose="020B0604020202020204" pitchFamily="34" charset="0"/>
                <a:ea typeface="Times New Roman" panose="02020603050405020304" pitchFamily="18" charset="0"/>
                <a:cs typeface="Times New Roman" panose="02020603050405020304" pitchFamily="18" charset="0"/>
              </a:rPr>
              <a:t>Administrative Reviews</a:t>
            </a:r>
          </a:p>
          <a:p>
            <a:pPr lvl="1"/>
            <a:r>
              <a:rPr lang="en-AU" sz="1400">
                <a:latin typeface="Arial" panose="020B0604020202020204" pitchFamily="34" charset="0"/>
                <a:ea typeface="Times New Roman" panose="02020603050405020304" pitchFamily="18" charset="0"/>
                <a:cs typeface="Times New Roman" panose="02020603050405020304" pitchFamily="18" charset="0"/>
              </a:rPr>
              <a:t>- Study approved by another Australian NHMRC registered HREC</a:t>
            </a:r>
          </a:p>
          <a:p>
            <a:pPr lvl="1"/>
            <a:r>
              <a:rPr lang="en-AU" sz="1400">
                <a:latin typeface="Arial" panose="020B0604020202020204" pitchFamily="34" charset="0"/>
                <a:ea typeface="Times New Roman" panose="02020603050405020304" pitchFamily="18" charset="0"/>
                <a:cs typeface="Times New Roman" panose="02020603050405020304" pitchFamily="18" charset="0"/>
              </a:rPr>
              <a:t>- Research approved by an ethics review body in USA, Canada, NZ or UK (other countries on a case-by-case basis)</a:t>
            </a:r>
          </a:p>
          <a:p>
            <a:pPr marL="1200150" lvl="2" indent="-285750">
              <a:buFontTx/>
              <a:buChar char="-"/>
            </a:pPr>
            <a:r>
              <a:rPr lang="en-AU" sz="1400">
                <a:latin typeface="Arial" panose="020B0604020202020204" pitchFamily="34" charset="0"/>
                <a:ea typeface="Times New Roman" panose="02020603050405020304" pitchFamily="18" charset="0"/>
                <a:cs typeface="Times New Roman" panose="02020603050405020304" pitchFamily="18" charset="0"/>
              </a:rPr>
              <a:t>Lower risk</a:t>
            </a:r>
          </a:p>
          <a:p>
            <a:pPr marL="1200150" lvl="2" indent="-285750">
              <a:buFontTx/>
              <a:buChar char="-"/>
            </a:pPr>
            <a:r>
              <a:rPr lang="en-AU" sz="1400">
                <a:latin typeface="Arial" panose="020B0604020202020204" pitchFamily="34" charset="0"/>
                <a:ea typeface="Times New Roman" panose="02020603050405020304" pitchFamily="18" charset="0"/>
                <a:cs typeface="Times New Roman" panose="02020603050405020304" pitchFamily="18" charset="0"/>
              </a:rPr>
              <a:t>Conducted overseas &amp; QUT staff are involved</a:t>
            </a:r>
          </a:p>
          <a:p>
            <a:pPr marL="1200150" lvl="2" indent="-285750">
              <a:buFontTx/>
              <a:buChar char="-"/>
            </a:pPr>
            <a:r>
              <a:rPr lang="en-AU" sz="1400">
                <a:latin typeface="Arial" panose="020B0604020202020204" pitchFamily="34" charset="0"/>
                <a:ea typeface="Times New Roman" panose="02020603050405020304" pitchFamily="18" charset="0"/>
                <a:cs typeface="Times New Roman" panose="02020603050405020304" pitchFamily="18" charset="0"/>
              </a:rPr>
              <a:t>Study documentation, correspondence &amp; approval provided</a:t>
            </a:r>
          </a:p>
          <a:p>
            <a:pPr marL="1200150" lvl="2" indent="-285750">
              <a:buFontTx/>
              <a:buChar char="-"/>
            </a:pPr>
            <a:r>
              <a:rPr lang="en-AU" sz="1400">
                <a:latin typeface="Arial" panose="020B0604020202020204" pitchFamily="34" charset="0"/>
                <a:ea typeface="Times New Roman" panose="02020603050405020304" pitchFamily="18" charset="0"/>
                <a:cs typeface="Times New Roman" panose="02020603050405020304" pitchFamily="18" charset="0"/>
              </a:rPr>
              <a:t>Abide by QUT policies</a:t>
            </a:r>
          </a:p>
          <a:p>
            <a:pPr lvl="1"/>
            <a:r>
              <a:rPr lang="en-AU" sz="1400">
                <a:latin typeface="Arial" panose="020B0604020202020204" pitchFamily="34" charset="0"/>
                <a:ea typeface="Times New Roman" panose="02020603050405020304" pitchFamily="18" charset="0"/>
                <a:cs typeface="Times New Roman" panose="02020603050405020304" pitchFamily="18" charset="0"/>
              </a:rPr>
              <a:t> - OREI Research Integrity Officer will review to ensure University governance requirements are met</a:t>
            </a:r>
            <a:endParaRPr lang="en-AU" sz="1000">
              <a:latin typeface="Arial" panose="020B0604020202020204" pitchFamily="34" charset="0"/>
              <a:ea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97563518-66EA-03BC-FED5-CDC642288332}"/>
              </a:ext>
            </a:extLst>
          </p:cNvPr>
          <p:cNvSpPr txBox="1"/>
          <p:nvPr/>
        </p:nvSpPr>
        <p:spPr>
          <a:xfrm>
            <a:off x="196170" y="4700669"/>
            <a:ext cx="11311581" cy="1200329"/>
          </a:xfrm>
          <a:prstGeom prst="rect">
            <a:avLst/>
          </a:prstGeom>
          <a:solidFill>
            <a:srgbClr val="CBD5E8"/>
          </a:solidFill>
        </p:spPr>
        <p:txBody>
          <a:bodyPr wrap="square">
            <a:spAutoFit/>
          </a:bodyPr>
          <a:lstStyle/>
          <a:p>
            <a:pPr marL="342900" indent="-342900">
              <a:buFont typeface="Wingdings" panose="05000000000000000000" pitchFamily="2" charset="2"/>
              <a:buChar char="§"/>
            </a:pPr>
            <a:r>
              <a:rPr lang="en-AU" sz="1400" b="1">
                <a:solidFill>
                  <a:srgbClr val="0C488E"/>
                </a:solidFill>
                <a:latin typeface="Arial" panose="020B0604020202020204" pitchFamily="34" charset="0"/>
                <a:ea typeface="Times New Roman" panose="02020603050405020304" pitchFamily="18" charset="0"/>
                <a:cs typeface="Times New Roman" panose="02020603050405020304" pitchFamily="18" charset="0"/>
              </a:rPr>
              <a:t>Exemptions</a:t>
            </a:r>
            <a:r>
              <a:rPr lang="en-AU" sz="1600" b="1">
                <a:solidFill>
                  <a:srgbClr val="0C488E"/>
                </a:solidFill>
                <a:latin typeface="Arial" panose="020B0604020202020204" pitchFamily="34" charset="0"/>
                <a:ea typeface="Times New Roman" panose="02020603050405020304" pitchFamily="18" charset="0"/>
                <a:cs typeface="Times New Roman" panose="02020603050405020304" pitchFamily="18" charset="0"/>
              </a:rPr>
              <a:t> </a:t>
            </a:r>
            <a:r>
              <a:rPr lang="en-AU" sz="1100" i="1">
                <a:latin typeface="Arial" panose="020B0604020202020204" pitchFamily="34" charset="0"/>
                <a:ea typeface="Times New Roman" panose="02020603050405020304" pitchFamily="18" charset="0"/>
                <a:cs typeface="Times New Roman" panose="02020603050405020304" pitchFamily="18" charset="0"/>
              </a:rPr>
              <a:t>(see OREI “Apply for approval” page)</a:t>
            </a:r>
          </a:p>
          <a:p>
            <a:pPr lvl="1"/>
            <a:r>
              <a:rPr lang="en-AU" sz="1400">
                <a:latin typeface="Arial" panose="020B0604020202020204" pitchFamily="34" charset="0"/>
                <a:ea typeface="Times New Roman" panose="02020603050405020304" pitchFamily="18" charset="0"/>
                <a:cs typeface="Times New Roman" panose="02020603050405020304" pitchFamily="18" charset="0"/>
              </a:rPr>
              <a:t>- Research that carries a lower risk to participants/community &amp; satisfies one or more of the sub-clauses in NS 5.1.17</a:t>
            </a:r>
          </a:p>
          <a:p>
            <a:pPr lvl="1"/>
            <a:r>
              <a:rPr lang="en-AU" sz="1400">
                <a:latin typeface="Arial" panose="020B0604020202020204" pitchFamily="34" charset="0"/>
                <a:ea typeface="Times New Roman" panose="02020603050405020304" pitchFamily="18" charset="0"/>
                <a:cs typeface="Times New Roman" panose="02020603050405020304" pitchFamily="18" charset="0"/>
              </a:rPr>
              <a:t>- Complete the Human Ethics Exempt Research Application before commencing research</a:t>
            </a:r>
          </a:p>
          <a:p>
            <a:pPr lvl="1"/>
            <a:r>
              <a:rPr lang="en-AU" sz="1400">
                <a:latin typeface="Arial" panose="020B0604020202020204" pitchFamily="34" charset="0"/>
                <a:ea typeface="Times New Roman" panose="02020603050405020304" pitchFamily="18" charset="0"/>
                <a:cs typeface="Times New Roman" panose="02020603050405020304" pitchFamily="18" charset="0"/>
              </a:rPr>
              <a:t>- OREI Research Governance office will review</a:t>
            </a:r>
          </a:p>
          <a:p>
            <a:pPr lvl="1"/>
            <a:r>
              <a:rPr lang="en-AU" sz="1400">
                <a:latin typeface="Arial" panose="020B0604020202020204" pitchFamily="34" charset="0"/>
                <a:ea typeface="Times New Roman" panose="02020603050405020304" pitchFamily="18" charset="0"/>
                <a:cs typeface="Times New Roman" panose="02020603050405020304" pitchFamily="18" charset="0"/>
              </a:rPr>
              <a:t>- Must be ethically acceptable </a:t>
            </a:r>
          </a:p>
        </p:txBody>
      </p:sp>
      <p:sp>
        <p:nvSpPr>
          <p:cNvPr id="8" name="TextBox 7">
            <a:extLst>
              <a:ext uri="{FF2B5EF4-FFF2-40B4-BE49-F238E27FC236}">
                <a16:creationId xmlns:a16="http://schemas.microsoft.com/office/drawing/2014/main" id="{6B305D3B-7749-464E-2E4C-DAB6AF4F727B}"/>
              </a:ext>
            </a:extLst>
          </p:cNvPr>
          <p:cNvSpPr txBox="1"/>
          <p:nvPr/>
        </p:nvSpPr>
        <p:spPr>
          <a:xfrm>
            <a:off x="3604536" y="5741083"/>
            <a:ext cx="7204388" cy="738664"/>
          </a:xfrm>
          <a:prstGeom prst="rect">
            <a:avLst/>
          </a:prstGeom>
          <a:solidFill>
            <a:srgbClr val="FFD88B"/>
          </a:solidFill>
        </p:spPr>
        <p:txBody>
          <a:bodyPr wrap="square">
            <a:spAutoFit/>
          </a:bodyPr>
          <a:lstStyle/>
          <a:p>
            <a:pPr marL="342900" lvl="0" indent="-342900">
              <a:buFont typeface="Symbol" panose="05050102010706020507" pitchFamily="18" charset="2"/>
              <a:buChar char=""/>
            </a:pPr>
            <a:r>
              <a:rPr lang="en-AU" sz="1400" b="1">
                <a:solidFill>
                  <a:srgbClr val="0C488E"/>
                </a:solidFill>
                <a:latin typeface="Arial" panose="020B0604020202020204" pitchFamily="34" charset="0"/>
                <a:ea typeface="Times New Roman" panose="02020603050405020304" pitchFamily="18" charset="0"/>
                <a:cs typeface="Times New Roman" panose="02020603050405020304" pitchFamily="18" charset="0"/>
              </a:rPr>
              <a:t>Sub-forms</a:t>
            </a:r>
            <a:endParaRPr lang="en-AU" sz="1400">
              <a:solidFill>
                <a:srgbClr val="0C488E"/>
              </a:solidFill>
              <a:latin typeface="Arial" panose="020B0604020202020204" pitchFamily="34" charset="0"/>
              <a:ea typeface="Times New Roman" panose="02020603050405020304" pitchFamily="18" charset="0"/>
              <a:cs typeface="Times New Roman" panose="02020603050405020304" pitchFamily="18" charset="0"/>
            </a:endParaRPr>
          </a:p>
          <a:p>
            <a:pPr lvl="1"/>
            <a:r>
              <a:rPr lang="en-AU" sz="1400">
                <a:latin typeface="Arial" panose="020B0604020202020204" pitchFamily="34" charset="0"/>
                <a:ea typeface="Times New Roman" panose="02020603050405020304" pitchFamily="18" charset="0"/>
                <a:cs typeface="Times New Roman" panose="02020603050405020304" pitchFamily="18" charset="0"/>
              </a:rPr>
              <a:t>- Concerns, complaints &amp; adverse events – </a:t>
            </a:r>
            <a:r>
              <a:rPr lang="en-AU" sz="1400">
                <a:solidFill>
                  <a:srgbClr val="0C488E"/>
                </a:solidFill>
                <a:latin typeface="Arial" panose="020B0604020202020204" pitchFamily="34" charset="0"/>
                <a:ea typeface="Times New Roman" panose="02020603050405020304" pitchFamily="18" charset="0"/>
                <a:cs typeface="Times New Roman" panose="02020603050405020304" pitchFamily="18" charset="0"/>
              </a:rPr>
              <a:t>unexpected events sub-form</a:t>
            </a:r>
          </a:p>
          <a:p>
            <a:pPr lvl="1"/>
            <a:r>
              <a:rPr lang="en-AU" sz="1400">
                <a:latin typeface="Arial" panose="020B0604020202020204" pitchFamily="34" charset="0"/>
                <a:ea typeface="Times New Roman" panose="02020603050405020304" pitchFamily="18" charset="0"/>
                <a:cs typeface="Times New Roman" panose="02020603050405020304" pitchFamily="18" charset="0"/>
              </a:rPr>
              <a:t>- Progress/annual  &amp; final reports – </a:t>
            </a:r>
            <a:r>
              <a:rPr lang="en-AU" sz="1400">
                <a:solidFill>
                  <a:srgbClr val="0C488E"/>
                </a:solidFill>
                <a:latin typeface="Arial" panose="020B0604020202020204" pitchFamily="34" charset="0"/>
                <a:ea typeface="Times New Roman" panose="02020603050405020304" pitchFamily="18" charset="0"/>
                <a:cs typeface="Times New Roman" panose="02020603050405020304" pitchFamily="18" charset="0"/>
              </a:rPr>
              <a:t>progress/final report sub-form</a:t>
            </a:r>
          </a:p>
        </p:txBody>
      </p:sp>
    </p:spTree>
    <p:custDataLst>
      <p:tags r:id="rId1"/>
    </p:custDataLst>
    <p:extLst>
      <p:ext uri="{BB962C8B-B14F-4D97-AF65-F5344CB8AC3E}">
        <p14:creationId xmlns:p14="http://schemas.microsoft.com/office/powerpoint/2010/main" val="166633123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p:cTn id="7" dur="500" fill="hold"/>
                                        <p:tgtEl>
                                          <p:spTgt spid="5"/>
                                        </p:tgtEl>
                                        <p:attrNameLst>
                                          <p:attrName>ppt_w</p:attrName>
                                        </p:attrNameLst>
                                      </p:cBhvr>
                                      <p:tavLst>
                                        <p:tav tm="0">
                                          <p:val>
                                            <p:fltVal val="0"/>
                                          </p:val>
                                        </p:tav>
                                        <p:tav tm="100000">
                                          <p:val>
                                            <p:strVal val="#ppt_w"/>
                                          </p:val>
                                        </p:tav>
                                      </p:tavLst>
                                    </p:anim>
                                    <p:anim calcmode="lin" valueType="num">
                                      <p:cBhvr>
                                        <p:cTn id="8" dur="500" fill="hold"/>
                                        <p:tgtEl>
                                          <p:spTgt spid="5"/>
                                        </p:tgtEl>
                                        <p:attrNameLst>
                                          <p:attrName>ppt_h</p:attrName>
                                        </p:attrNameLst>
                                      </p:cBhvr>
                                      <p:tavLst>
                                        <p:tav tm="0">
                                          <p:val>
                                            <p:fltVal val="0"/>
                                          </p:val>
                                        </p:tav>
                                        <p:tav tm="100000">
                                          <p:val>
                                            <p:strVal val="#ppt_h"/>
                                          </p:val>
                                        </p:tav>
                                      </p:tavLst>
                                    </p:anim>
                                    <p:animEffect transition="in" filter="fade">
                                      <p:cBhvr>
                                        <p:cTn id="9" dur="500"/>
                                        <p:tgtEl>
                                          <p:spTgt spid="5"/>
                                        </p:tgtEl>
                                      </p:cBhvr>
                                    </p:animEffect>
                                  </p:childTnLst>
                                </p:cTn>
                              </p:par>
                            </p:childTnLst>
                          </p:cTn>
                        </p:par>
                      </p:childTnLst>
                    </p:cTn>
                  </p:par>
                  <p:par>
                    <p:cTn id="10" fill="hold">
                      <p:stCondLst>
                        <p:cond delay="indefinite"/>
                      </p:stCondLst>
                      <p:childTnLst>
                        <p:par>
                          <p:cTn id="11" fill="hold">
                            <p:stCondLst>
                              <p:cond delay="0"/>
                            </p:stCondLst>
                            <p:childTnLst>
                              <p:par>
                                <p:cTn id="12" presetID="53" presetClass="entr" presetSubtype="16" fill="hold" grpId="0" nodeType="clickEffect">
                                  <p:stCondLst>
                                    <p:cond delay="0"/>
                                  </p:stCondLst>
                                  <p:childTnLst>
                                    <p:set>
                                      <p:cBhvr>
                                        <p:cTn id="13" dur="1" fill="hold">
                                          <p:stCondLst>
                                            <p:cond delay="0"/>
                                          </p:stCondLst>
                                        </p:cTn>
                                        <p:tgtEl>
                                          <p:spTgt spid="6"/>
                                        </p:tgtEl>
                                        <p:attrNameLst>
                                          <p:attrName>style.visibility</p:attrName>
                                        </p:attrNameLst>
                                      </p:cBhvr>
                                      <p:to>
                                        <p:strVal val="visible"/>
                                      </p:to>
                                    </p:set>
                                    <p:anim calcmode="lin" valueType="num">
                                      <p:cBhvr>
                                        <p:cTn id="14" dur="500" fill="hold"/>
                                        <p:tgtEl>
                                          <p:spTgt spid="6"/>
                                        </p:tgtEl>
                                        <p:attrNameLst>
                                          <p:attrName>ppt_w</p:attrName>
                                        </p:attrNameLst>
                                      </p:cBhvr>
                                      <p:tavLst>
                                        <p:tav tm="0">
                                          <p:val>
                                            <p:fltVal val="0"/>
                                          </p:val>
                                        </p:tav>
                                        <p:tav tm="100000">
                                          <p:val>
                                            <p:strVal val="#ppt_w"/>
                                          </p:val>
                                        </p:tav>
                                      </p:tavLst>
                                    </p:anim>
                                    <p:anim calcmode="lin" valueType="num">
                                      <p:cBhvr>
                                        <p:cTn id="15" dur="500" fill="hold"/>
                                        <p:tgtEl>
                                          <p:spTgt spid="6"/>
                                        </p:tgtEl>
                                        <p:attrNameLst>
                                          <p:attrName>ppt_h</p:attrName>
                                        </p:attrNameLst>
                                      </p:cBhvr>
                                      <p:tavLst>
                                        <p:tav tm="0">
                                          <p:val>
                                            <p:fltVal val="0"/>
                                          </p:val>
                                        </p:tav>
                                        <p:tav tm="100000">
                                          <p:val>
                                            <p:strVal val="#ppt_h"/>
                                          </p:val>
                                        </p:tav>
                                      </p:tavLst>
                                    </p:anim>
                                    <p:animEffect transition="in" filter="fade">
                                      <p:cBhvr>
                                        <p:cTn id="16" dur="500"/>
                                        <p:tgtEl>
                                          <p:spTgt spid="6"/>
                                        </p:tgtEl>
                                      </p:cBhvr>
                                    </p:animEffect>
                                  </p:childTnLst>
                                </p:cTn>
                              </p:par>
                            </p:childTnLst>
                          </p:cTn>
                        </p:par>
                      </p:childTnLst>
                    </p:cTn>
                  </p:par>
                  <p:par>
                    <p:cTn id="17" fill="hold">
                      <p:stCondLst>
                        <p:cond delay="indefinite"/>
                      </p:stCondLst>
                      <p:childTnLst>
                        <p:par>
                          <p:cTn id="18" fill="hold">
                            <p:stCondLst>
                              <p:cond delay="0"/>
                            </p:stCondLst>
                            <p:childTnLst>
                              <p:par>
                                <p:cTn id="19" presetID="53" presetClass="entr" presetSubtype="16"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anim calcmode="lin" valueType="num">
                                      <p:cBhvr>
                                        <p:cTn id="21" dur="500" fill="hold"/>
                                        <p:tgtEl>
                                          <p:spTgt spid="7"/>
                                        </p:tgtEl>
                                        <p:attrNameLst>
                                          <p:attrName>ppt_w</p:attrName>
                                        </p:attrNameLst>
                                      </p:cBhvr>
                                      <p:tavLst>
                                        <p:tav tm="0">
                                          <p:val>
                                            <p:fltVal val="0"/>
                                          </p:val>
                                        </p:tav>
                                        <p:tav tm="100000">
                                          <p:val>
                                            <p:strVal val="#ppt_w"/>
                                          </p:val>
                                        </p:tav>
                                      </p:tavLst>
                                    </p:anim>
                                    <p:anim calcmode="lin" valueType="num">
                                      <p:cBhvr>
                                        <p:cTn id="22" dur="500" fill="hold"/>
                                        <p:tgtEl>
                                          <p:spTgt spid="7"/>
                                        </p:tgtEl>
                                        <p:attrNameLst>
                                          <p:attrName>ppt_h</p:attrName>
                                        </p:attrNameLst>
                                      </p:cBhvr>
                                      <p:tavLst>
                                        <p:tav tm="0">
                                          <p:val>
                                            <p:fltVal val="0"/>
                                          </p:val>
                                        </p:tav>
                                        <p:tav tm="100000">
                                          <p:val>
                                            <p:strVal val="#ppt_h"/>
                                          </p:val>
                                        </p:tav>
                                      </p:tavLst>
                                    </p:anim>
                                    <p:animEffect transition="in" filter="fade">
                                      <p:cBhvr>
                                        <p:cTn id="23" dur="500"/>
                                        <p:tgtEl>
                                          <p:spTgt spid="7"/>
                                        </p:tgtEl>
                                      </p:cBhvr>
                                    </p:animEffect>
                                  </p:childTnLst>
                                </p:cTn>
                              </p:par>
                            </p:childTnLst>
                          </p:cTn>
                        </p:par>
                      </p:childTnLst>
                    </p:cTn>
                  </p:par>
                  <p:par>
                    <p:cTn id="24" fill="hold">
                      <p:stCondLst>
                        <p:cond delay="indefinite"/>
                      </p:stCondLst>
                      <p:childTnLst>
                        <p:par>
                          <p:cTn id="25" fill="hold">
                            <p:stCondLst>
                              <p:cond delay="0"/>
                            </p:stCondLst>
                            <p:childTnLst>
                              <p:par>
                                <p:cTn id="26" presetID="53" presetClass="entr" presetSubtype="16" fill="hold" grpId="0" nodeType="clickEffect">
                                  <p:stCondLst>
                                    <p:cond delay="0"/>
                                  </p:stCondLst>
                                  <p:childTnLst>
                                    <p:set>
                                      <p:cBhvr>
                                        <p:cTn id="27" dur="1" fill="hold">
                                          <p:stCondLst>
                                            <p:cond delay="0"/>
                                          </p:stCondLst>
                                        </p:cTn>
                                        <p:tgtEl>
                                          <p:spTgt spid="2"/>
                                        </p:tgtEl>
                                        <p:attrNameLst>
                                          <p:attrName>style.visibility</p:attrName>
                                        </p:attrNameLst>
                                      </p:cBhvr>
                                      <p:to>
                                        <p:strVal val="visible"/>
                                      </p:to>
                                    </p:set>
                                    <p:anim calcmode="lin" valueType="num">
                                      <p:cBhvr>
                                        <p:cTn id="28" dur="500" fill="hold"/>
                                        <p:tgtEl>
                                          <p:spTgt spid="2"/>
                                        </p:tgtEl>
                                        <p:attrNameLst>
                                          <p:attrName>ppt_w</p:attrName>
                                        </p:attrNameLst>
                                      </p:cBhvr>
                                      <p:tavLst>
                                        <p:tav tm="0">
                                          <p:val>
                                            <p:fltVal val="0"/>
                                          </p:val>
                                        </p:tav>
                                        <p:tav tm="100000">
                                          <p:val>
                                            <p:strVal val="#ppt_w"/>
                                          </p:val>
                                        </p:tav>
                                      </p:tavLst>
                                    </p:anim>
                                    <p:anim calcmode="lin" valueType="num">
                                      <p:cBhvr>
                                        <p:cTn id="29" dur="500" fill="hold"/>
                                        <p:tgtEl>
                                          <p:spTgt spid="2"/>
                                        </p:tgtEl>
                                        <p:attrNameLst>
                                          <p:attrName>ppt_h</p:attrName>
                                        </p:attrNameLst>
                                      </p:cBhvr>
                                      <p:tavLst>
                                        <p:tav tm="0">
                                          <p:val>
                                            <p:fltVal val="0"/>
                                          </p:val>
                                        </p:tav>
                                        <p:tav tm="100000">
                                          <p:val>
                                            <p:strVal val="#ppt_h"/>
                                          </p:val>
                                        </p:tav>
                                      </p:tavLst>
                                    </p:anim>
                                    <p:animEffect transition="in" filter="fade">
                                      <p:cBhvr>
                                        <p:cTn id="30" dur="500"/>
                                        <p:tgtEl>
                                          <p:spTgt spid="2"/>
                                        </p:tgtEl>
                                      </p:cBhvr>
                                    </p:animEffect>
                                  </p:childTnLst>
                                </p:cTn>
                              </p:par>
                            </p:childTnLst>
                          </p:cTn>
                        </p:par>
                      </p:childTnLst>
                    </p:cTn>
                  </p:par>
                  <p:par>
                    <p:cTn id="31" fill="hold">
                      <p:stCondLst>
                        <p:cond delay="indefinite"/>
                      </p:stCondLst>
                      <p:childTnLst>
                        <p:par>
                          <p:cTn id="32" fill="hold">
                            <p:stCondLst>
                              <p:cond delay="0"/>
                            </p:stCondLst>
                            <p:childTnLst>
                              <p:par>
                                <p:cTn id="33" presetID="53" presetClass="entr" presetSubtype="16" fill="hold" grpId="0" nodeType="clickEffect">
                                  <p:stCondLst>
                                    <p:cond delay="0"/>
                                  </p:stCondLst>
                                  <p:childTnLst>
                                    <p:set>
                                      <p:cBhvr>
                                        <p:cTn id="34" dur="1" fill="hold">
                                          <p:stCondLst>
                                            <p:cond delay="0"/>
                                          </p:stCondLst>
                                        </p:cTn>
                                        <p:tgtEl>
                                          <p:spTgt spid="3"/>
                                        </p:tgtEl>
                                        <p:attrNameLst>
                                          <p:attrName>style.visibility</p:attrName>
                                        </p:attrNameLst>
                                      </p:cBhvr>
                                      <p:to>
                                        <p:strVal val="visible"/>
                                      </p:to>
                                    </p:set>
                                    <p:anim calcmode="lin" valueType="num">
                                      <p:cBhvr>
                                        <p:cTn id="35" dur="500" fill="hold"/>
                                        <p:tgtEl>
                                          <p:spTgt spid="3"/>
                                        </p:tgtEl>
                                        <p:attrNameLst>
                                          <p:attrName>ppt_w</p:attrName>
                                        </p:attrNameLst>
                                      </p:cBhvr>
                                      <p:tavLst>
                                        <p:tav tm="0">
                                          <p:val>
                                            <p:fltVal val="0"/>
                                          </p:val>
                                        </p:tav>
                                        <p:tav tm="100000">
                                          <p:val>
                                            <p:strVal val="#ppt_w"/>
                                          </p:val>
                                        </p:tav>
                                      </p:tavLst>
                                    </p:anim>
                                    <p:anim calcmode="lin" valueType="num">
                                      <p:cBhvr>
                                        <p:cTn id="36" dur="500" fill="hold"/>
                                        <p:tgtEl>
                                          <p:spTgt spid="3"/>
                                        </p:tgtEl>
                                        <p:attrNameLst>
                                          <p:attrName>ppt_h</p:attrName>
                                        </p:attrNameLst>
                                      </p:cBhvr>
                                      <p:tavLst>
                                        <p:tav tm="0">
                                          <p:val>
                                            <p:fltVal val="0"/>
                                          </p:val>
                                        </p:tav>
                                        <p:tav tm="100000">
                                          <p:val>
                                            <p:strVal val="#ppt_h"/>
                                          </p:val>
                                        </p:tav>
                                      </p:tavLst>
                                    </p:anim>
                                    <p:animEffect transition="in" filter="fade">
                                      <p:cBhvr>
                                        <p:cTn id="37" dur="500"/>
                                        <p:tgtEl>
                                          <p:spTgt spid="3"/>
                                        </p:tgtEl>
                                      </p:cBhvr>
                                    </p:animEffect>
                                  </p:childTnLst>
                                </p:cTn>
                              </p:par>
                            </p:childTnLst>
                          </p:cTn>
                        </p:par>
                      </p:childTnLst>
                    </p:cTn>
                  </p:par>
                  <p:par>
                    <p:cTn id="38" fill="hold">
                      <p:stCondLst>
                        <p:cond delay="indefinite"/>
                      </p:stCondLst>
                      <p:childTnLst>
                        <p:par>
                          <p:cTn id="39" fill="hold">
                            <p:stCondLst>
                              <p:cond delay="0"/>
                            </p:stCondLst>
                            <p:childTnLst>
                              <p:par>
                                <p:cTn id="40" presetID="53" presetClass="entr" presetSubtype="16" fill="hold" grpId="0" nodeType="clickEffect">
                                  <p:stCondLst>
                                    <p:cond delay="0"/>
                                  </p:stCondLst>
                                  <p:childTnLst>
                                    <p:set>
                                      <p:cBhvr>
                                        <p:cTn id="41" dur="1" fill="hold">
                                          <p:stCondLst>
                                            <p:cond delay="0"/>
                                          </p:stCondLst>
                                        </p:cTn>
                                        <p:tgtEl>
                                          <p:spTgt spid="8"/>
                                        </p:tgtEl>
                                        <p:attrNameLst>
                                          <p:attrName>style.visibility</p:attrName>
                                        </p:attrNameLst>
                                      </p:cBhvr>
                                      <p:to>
                                        <p:strVal val="visible"/>
                                      </p:to>
                                    </p:set>
                                    <p:anim calcmode="lin" valueType="num">
                                      <p:cBhvr>
                                        <p:cTn id="42" dur="500" fill="hold"/>
                                        <p:tgtEl>
                                          <p:spTgt spid="8"/>
                                        </p:tgtEl>
                                        <p:attrNameLst>
                                          <p:attrName>ppt_w</p:attrName>
                                        </p:attrNameLst>
                                      </p:cBhvr>
                                      <p:tavLst>
                                        <p:tav tm="0">
                                          <p:val>
                                            <p:fltVal val="0"/>
                                          </p:val>
                                        </p:tav>
                                        <p:tav tm="100000">
                                          <p:val>
                                            <p:strVal val="#ppt_w"/>
                                          </p:val>
                                        </p:tav>
                                      </p:tavLst>
                                    </p:anim>
                                    <p:anim calcmode="lin" valueType="num">
                                      <p:cBhvr>
                                        <p:cTn id="43" dur="500" fill="hold"/>
                                        <p:tgtEl>
                                          <p:spTgt spid="8"/>
                                        </p:tgtEl>
                                        <p:attrNameLst>
                                          <p:attrName>ppt_h</p:attrName>
                                        </p:attrNameLst>
                                      </p:cBhvr>
                                      <p:tavLst>
                                        <p:tav tm="0">
                                          <p:val>
                                            <p:fltVal val="0"/>
                                          </p:val>
                                        </p:tav>
                                        <p:tav tm="100000">
                                          <p:val>
                                            <p:strVal val="#ppt_h"/>
                                          </p:val>
                                        </p:tav>
                                      </p:tavLst>
                                    </p:anim>
                                    <p:animEffect transition="in" filter="fade">
                                      <p:cBhvr>
                                        <p:cTn id="44"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2" grpId="0" animBg="1"/>
      <p:bldP spid="3" grpId="0" animBg="1"/>
      <p:bldP spid="5" grpId="0" animBg="1"/>
      <p:bldP spid="6" grpId="0" animBg="1"/>
      <p:bldP spid="8"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F3843560-96CE-7458-A4D1-8496A5B7A8DF}"/>
              </a:ext>
            </a:extLst>
          </p:cNvPr>
          <p:cNvSpPr txBox="1"/>
          <p:nvPr/>
        </p:nvSpPr>
        <p:spPr>
          <a:xfrm>
            <a:off x="177511" y="2483304"/>
            <a:ext cx="6365139" cy="2970044"/>
          </a:xfrm>
          <a:prstGeom prst="rect">
            <a:avLst/>
          </a:prstGeom>
          <a:solidFill>
            <a:schemeClr val="accent5">
              <a:lumMod val="20000"/>
              <a:lumOff val="80000"/>
            </a:schemeClr>
          </a:solidFill>
          <a:ln>
            <a:noFill/>
          </a:ln>
        </p:spPr>
        <p:txBody>
          <a:bodyPr wrap="square" rtlCol="0">
            <a:spAutoFit/>
          </a:bodyPr>
          <a:lstStyle/>
          <a:p>
            <a:pPr algn="l">
              <a:spcAft>
                <a:spcPts val="600"/>
              </a:spcAft>
            </a:pPr>
            <a:r>
              <a:rPr lang="en-US" sz="2000" b="1" dirty="0">
                <a:solidFill>
                  <a:srgbClr val="0066B9"/>
                </a:solidFill>
                <a:latin typeface="+mj-lt"/>
              </a:rPr>
              <a:t>‘Introduction to Human </a:t>
            </a:r>
            <a:r>
              <a:rPr lang="en-US" sz="2000" b="1" i="0" dirty="0">
                <a:solidFill>
                  <a:srgbClr val="0066B9"/>
                </a:solidFill>
                <a:effectLst/>
                <a:latin typeface="+mj-lt"/>
              </a:rPr>
              <a:t>Research Ethics’ Lecture</a:t>
            </a:r>
          </a:p>
          <a:p>
            <a:pPr marL="285750" indent="-285750" algn="l">
              <a:buFont typeface="Arial" panose="020B0604020202020204" pitchFamily="34" charset="0"/>
              <a:buChar char="•"/>
            </a:pPr>
            <a:r>
              <a:rPr lang="en-US" sz="1500" b="0" i="0" dirty="0">
                <a:solidFill>
                  <a:srgbClr val="1C1C1C"/>
                </a:solidFill>
                <a:effectLst/>
              </a:rPr>
              <a:t>For staff &amp; students who conduct, or plan to conduct research involving human participants, their data or tissue. </a:t>
            </a:r>
            <a:endParaRPr lang="en-US" sz="1500" dirty="0">
              <a:solidFill>
                <a:srgbClr val="1C1C1C"/>
              </a:solidFill>
            </a:endParaRPr>
          </a:p>
          <a:p>
            <a:pPr marL="285750" indent="-285750" algn="l">
              <a:buFont typeface="Arial" panose="020B0604020202020204" pitchFamily="34" charset="0"/>
              <a:buChar char="•"/>
            </a:pPr>
            <a:r>
              <a:rPr lang="en-US" sz="1500" b="0" i="0" dirty="0">
                <a:solidFill>
                  <a:srgbClr val="1C1C1C"/>
                </a:solidFill>
                <a:effectLst/>
              </a:rPr>
              <a:t>Covers application process, an overview of ethical considerations, QUT policy, and national guidelines.</a:t>
            </a:r>
          </a:p>
          <a:p>
            <a:pPr marL="285750" indent="-285750" algn="l">
              <a:buFont typeface="Arial" panose="020B0604020202020204" pitchFamily="34" charset="0"/>
              <a:buChar char="•"/>
            </a:pPr>
            <a:r>
              <a:rPr lang="en-US" sz="1500" b="0" i="0" dirty="0" err="1">
                <a:solidFill>
                  <a:srgbClr val="1C1C1C"/>
                </a:solidFill>
                <a:effectLst/>
              </a:rPr>
              <a:t>Customised</a:t>
            </a:r>
            <a:r>
              <a:rPr lang="en-US" sz="1500" b="0" i="0" dirty="0">
                <a:solidFill>
                  <a:srgbClr val="1C1C1C"/>
                </a:solidFill>
                <a:effectLst/>
              </a:rPr>
              <a:t> training for groups may also be available through Human Ethics</a:t>
            </a:r>
          </a:p>
          <a:p>
            <a:pPr algn="l"/>
            <a:endParaRPr lang="en-US" sz="1800" b="1" i="0" dirty="0">
              <a:solidFill>
                <a:srgbClr val="0066B9"/>
              </a:solidFill>
              <a:effectLst/>
              <a:highlight>
                <a:srgbClr val="FFFFFF"/>
              </a:highlight>
              <a:latin typeface="+mj-lt"/>
            </a:endParaRPr>
          </a:p>
          <a:p>
            <a:pPr algn="l"/>
            <a:endParaRPr lang="en-US" b="1" dirty="0">
              <a:solidFill>
                <a:srgbClr val="0066B9"/>
              </a:solidFill>
              <a:highlight>
                <a:srgbClr val="FFFFFF"/>
              </a:highlight>
              <a:latin typeface="+mj-lt"/>
            </a:endParaRPr>
          </a:p>
          <a:p>
            <a:pPr algn="l"/>
            <a:endParaRPr lang="en-US" sz="1800" b="1" i="0" dirty="0">
              <a:solidFill>
                <a:srgbClr val="0066B9"/>
              </a:solidFill>
              <a:effectLst/>
              <a:highlight>
                <a:srgbClr val="FFFFFF"/>
              </a:highlight>
              <a:latin typeface="+mj-lt"/>
            </a:endParaRPr>
          </a:p>
          <a:p>
            <a:pPr algn="l"/>
            <a:endParaRPr lang="en-US" sz="1800" b="1" i="0" dirty="0">
              <a:solidFill>
                <a:srgbClr val="0066B9"/>
              </a:solidFill>
              <a:effectLst/>
              <a:highlight>
                <a:srgbClr val="FFFFFF"/>
              </a:highlight>
              <a:latin typeface="+mj-lt"/>
            </a:endParaRPr>
          </a:p>
        </p:txBody>
      </p:sp>
      <p:sp>
        <p:nvSpPr>
          <p:cNvPr id="21" name="TextBox 20">
            <a:extLst>
              <a:ext uri="{FF2B5EF4-FFF2-40B4-BE49-F238E27FC236}">
                <a16:creationId xmlns:a16="http://schemas.microsoft.com/office/drawing/2014/main" id="{C542FEA7-4248-45AB-8328-27F82931AB9A}"/>
              </a:ext>
            </a:extLst>
          </p:cNvPr>
          <p:cNvSpPr txBox="1"/>
          <p:nvPr/>
        </p:nvSpPr>
        <p:spPr>
          <a:xfrm>
            <a:off x="9473555" y="1096876"/>
            <a:ext cx="1501632" cy="707886"/>
          </a:xfrm>
          <a:prstGeom prst="rect">
            <a:avLst/>
          </a:prstGeom>
          <a:noFill/>
        </p:spPr>
        <p:txBody>
          <a:bodyPr wrap="square" rtlCol="0">
            <a:spAutoFit/>
          </a:bodyPr>
          <a:lstStyle/>
          <a:p>
            <a:r>
              <a:rPr lang="en-AU" sz="2000" b="1">
                <a:solidFill>
                  <a:schemeClr val="bg1"/>
                </a:solidFill>
                <a:latin typeface="Arial" panose="020B0604020202020204" pitchFamily="34" charset="0"/>
                <a:cs typeface="Arial" panose="020B0604020202020204" pitchFamily="34" charset="0"/>
                <a:hlinkClick r:id="rId3">
                  <a:extLst>
                    <a:ext uri="{A12FA001-AC4F-418D-AE19-62706E023703}">
                      <ahyp:hlinkClr xmlns:ahyp="http://schemas.microsoft.com/office/drawing/2018/hyperlinkcolor" val="tx"/>
                    </a:ext>
                  </a:extLst>
                </a:hlinkClick>
              </a:rPr>
              <a:t>FAQs for applicants</a:t>
            </a:r>
            <a:endParaRPr lang="en-AU" sz="2000" b="1">
              <a:solidFill>
                <a:schemeClr val="bg1"/>
              </a:solidFill>
              <a:latin typeface="Arial" panose="020B0604020202020204" pitchFamily="34" charset="0"/>
              <a:cs typeface="Arial" panose="020B0604020202020204" pitchFamily="34" charset="0"/>
            </a:endParaRPr>
          </a:p>
        </p:txBody>
      </p:sp>
      <p:sp>
        <p:nvSpPr>
          <p:cNvPr id="2" name="TextBox 1">
            <a:extLst>
              <a:ext uri="{FF2B5EF4-FFF2-40B4-BE49-F238E27FC236}">
                <a16:creationId xmlns:a16="http://schemas.microsoft.com/office/drawing/2014/main" id="{A52B6B1D-02E5-3149-EC15-86D07CE1B982}"/>
              </a:ext>
            </a:extLst>
          </p:cNvPr>
          <p:cNvSpPr txBox="1"/>
          <p:nvPr/>
        </p:nvSpPr>
        <p:spPr>
          <a:xfrm>
            <a:off x="3145620" y="290537"/>
            <a:ext cx="4718002" cy="2015936"/>
          </a:xfrm>
          <a:prstGeom prst="rect">
            <a:avLst/>
          </a:prstGeom>
          <a:solidFill>
            <a:schemeClr val="accent2">
              <a:lumMod val="20000"/>
              <a:lumOff val="80000"/>
            </a:schemeClr>
          </a:solidFill>
          <a:ln>
            <a:noFill/>
          </a:ln>
        </p:spPr>
        <p:txBody>
          <a:bodyPr wrap="square" rtlCol="0">
            <a:spAutoFit/>
          </a:bodyPr>
          <a:lstStyle/>
          <a:p>
            <a:pPr algn="l">
              <a:spcAft>
                <a:spcPts val="600"/>
              </a:spcAft>
            </a:pPr>
            <a:r>
              <a:rPr lang="en-US" sz="2000" b="1" i="0" dirty="0">
                <a:solidFill>
                  <a:srgbClr val="0066B9"/>
                </a:solidFill>
                <a:effectLst/>
                <a:latin typeface="+mj-lt"/>
              </a:rPr>
              <a:t>Human Research Ethics Online</a:t>
            </a:r>
          </a:p>
          <a:p>
            <a:pPr marL="285750" indent="-285750" algn="l">
              <a:spcAft>
                <a:spcPts val="600"/>
              </a:spcAft>
              <a:buFont typeface="Arial" panose="020B0604020202020204" pitchFamily="34" charset="0"/>
              <a:buChar char="•"/>
            </a:pPr>
            <a:r>
              <a:rPr lang="en-US" sz="1500" dirty="0">
                <a:solidFill>
                  <a:srgbClr val="1C1C1C"/>
                </a:solidFill>
              </a:rPr>
              <a:t>For staff and students</a:t>
            </a:r>
          </a:p>
          <a:p>
            <a:pPr marL="285750" indent="-285750" algn="l">
              <a:spcAft>
                <a:spcPts val="600"/>
              </a:spcAft>
              <a:buFont typeface="Arial" panose="020B0604020202020204" pitchFamily="34" charset="0"/>
              <a:buChar char="•"/>
            </a:pPr>
            <a:r>
              <a:rPr lang="en-US" sz="1500" dirty="0">
                <a:solidFill>
                  <a:srgbClr val="1C1C1C"/>
                </a:solidFill>
              </a:rPr>
              <a:t>C</a:t>
            </a:r>
            <a:r>
              <a:rPr lang="en-US" sz="1500" b="0" i="0" dirty="0">
                <a:solidFill>
                  <a:srgbClr val="1C1C1C"/>
                </a:solidFill>
                <a:effectLst/>
              </a:rPr>
              <a:t>oncise introduction to human research ethics: </a:t>
            </a:r>
            <a:r>
              <a:rPr lang="en-US" sz="1500" dirty="0">
                <a:solidFill>
                  <a:srgbClr val="1C1C1C"/>
                </a:solidFill>
              </a:rPr>
              <a:t>e</a:t>
            </a:r>
            <a:r>
              <a:rPr lang="en-US" sz="1500" b="0" i="0" dirty="0">
                <a:solidFill>
                  <a:srgbClr val="1C1C1C"/>
                </a:solidFill>
                <a:effectLst/>
              </a:rPr>
              <a:t>xamples from multiple faculties</a:t>
            </a:r>
          </a:p>
          <a:p>
            <a:pPr marL="285750" indent="-285750" algn="l">
              <a:spcAft>
                <a:spcPts val="1200"/>
              </a:spcAft>
              <a:buFont typeface="Arial" panose="020B0604020202020204" pitchFamily="34" charset="0"/>
              <a:buChar char="•"/>
            </a:pPr>
            <a:r>
              <a:rPr lang="en-US" sz="1500" b="0" i="0" dirty="0">
                <a:solidFill>
                  <a:srgbClr val="1C1C1C"/>
                </a:solidFill>
                <a:effectLst/>
              </a:rPr>
              <a:t>Approximately 40 minutes to complete</a:t>
            </a:r>
          </a:p>
          <a:p>
            <a:pPr algn="l">
              <a:spcAft>
                <a:spcPts val="600"/>
              </a:spcAft>
            </a:pPr>
            <a:r>
              <a:rPr lang="en-US" sz="1500" b="1" i="0" u="sng" dirty="0">
                <a:solidFill>
                  <a:schemeClr val="accent1"/>
                </a:solidFill>
                <a:effectLst/>
                <a:hlinkClick r:id="rId4">
                  <a:extLst>
                    <a:ext uri="{A12FA001-AC4F-418D-AE19-62706E023703}">
                      <ahyp:hlinkClr xmlns:ahyp="http://schemas.microsoft.com/office/drawing/2018/hyperlinkcolor" val="tx"/>
                    </a:ext>
                  </a:extLst>
                </a:hlinkClick>
              </a:rPr>
              <a:t>Self-</a:t>
            </a:r>
            <a:r>
              <a:rPr lang="en-US" sz="1500" b="1" i="0" u="sng" dirty="0" err="1">
                <a:solidFill>
                  <a:schemeClr val="accent1"/>
                </a:solidFill>
                <a:effectLst/>
                <a:hlinkClick r:id="rId4">
                  <a:extLst>
                    <a:ext uri="{A12FA001-AC4F-418D-AE19-62706E023703}">
                      <ahyp:hlinkClr xmlns:ahyp="http://schemas.microsoft.com/office/drawing/2018/hyperlinkcolor" val="tx"/>
                    </a:ext>
                  </a:extLst>
                </a:hlinkClick>
              </a:rPr>
              <a:t>enrol</a:t>
            </a:r>
            <a:r>
              <a:rPr lang="en-US" sz="1500" b="1" i="0" u="sng" dirty="0">
                <a:solidFill>
                  <a:schemeClr val="accent1"/>
                </a:solidFill>
                <a:effectLst/>
                <a:hlinkClick r:id="rId4">
                  <a:extLst>
                    <a:ext uri="{A12FA001-AC4F-418D-AE19-62706E023703}">
                      <ahyp:hlinkClr xmlns:ahyp="http://schemas.microsoft.com/office/drawing/2018/hyperlinkcolor" val="tx"/>
                    </a:ext>
                  </a:extLst>
                </a:hlinkClick>
              </a:rPr>
              <a:t> in this course in Canvas</a:t>
            </a:r>
            <a:endParaRPr lang="en-AU" sz="1500" dirty="0"/>
          </a:p>
        </p:txBody>
      </p:sp>
      <p:pic>
        <p:nvPicPr>
          <p:cNvPr id="4" name="Picture 3">
            <a:extLst>
              <a:ext uri="{FF2B5EF4-FFF2-40B4-BE49-F238E27FC236}">
                <a16:creationId xmlns:a16="http://schemas.microsoft.com/office/drawing/2014/main" id="{C35055B3-1067-E485-7877-828AF8030586}"/>
              </a:ext>
            </a:extLst>
          </p:cNvPr>
          <p:cNvPicPr>
            <a:picLocks noChangeAspect="1"/>
          </p:cNvPicPr>
          <p:nvPr/>
        </p:nvPicPr>
        <p:blipFill rotWithShape="1">
          <a:blip r:embed="rId5"/>
          <a:srcRect b="18479"/>
          <a:stretch/>
        </p:blipFill>
        <p:spPr>
          <a:xfrm>
            <a:off x="7930055" y="290537"/>
            <a:ext cx="3780449" cy="3112312"/>
          </a:xfrm>
          <a:prstGeom prst="rect">
            <a:avLst/>
          </a:prstGeom>
          <a:ln>
            <a:solidFill>
              <a:schemeClr val="accent1"/>
            </a:solidFill>
          </a:ln>
        </p:spPr>
      </p:pic>
      <p:pic>
        <p:nvPicPr>
          <p:cNvPr id="5" name="Picture 4" descr="A picture containing text, clipart&#10;&#10;Description automatically generated">
            <a:extLst>
              <a:ext uri="{FF2B5EF4-FFF2-40B4-BE49-F238E27FC236}">
                <a16:creationId xmlns:a16="http://schemas.microsoft.com/office/drawing/2014/main" id="{80DD3B27-7651-06D0-9DB7-5D31117727FE}"/>
              </a:ext>
            </a:extLst>
          </p:cNvPr>
          <p:cNvPicPr>
            <a:picLocks noChangeAspect="1"/>
          </p:cNvPicPr>
          <p:nvPr/>
        </p:nvPicPr>
        <p:blipFill>
          <a:blip r:embed="rId6">
            <a:extLst>
              <a:ext uri="{28A0092B-C50C-407E-A947-70E740481C1C}">
                <a14:useLocalDpi xmlns:a14="http://schemas.microsoft.com/office/drawing/2010/main" val="0"/>
              </a:ext>
              <a:ext uri="{837473B0-CC2E-450A-ABE3-18F120FF3D39}">
                <a1611:picAttrSrcUrl xmlns:a1611="http://schemas.microsoft.com/office/drawing/2016/11/main" r:id="rId7"/>
              </a:ext>
            </a:extLst>
          </a:blip>
          <a:stretch>
            <a:fillRect/>
          </a:stretch>
        </p:blipFill>
        <p:spPr>
          <a:xfrm>
            <a:off x="559573" y="234320"/>
            <a:ext cx="2344674" cy="1570442"/>
          </a:xfrm>
          <a:prstGeom prst="rect">
            <a:avLst/>
          </a:prstGeom>
        </p:spPr>
      </p:pic>
      <p:sp>
        <p:nvSpPr>
          <p:cNvPr id="6" name="Title 1">
            <a:extLst>
              <a:ext uri="{FF2B5EF4-FFF2-40B4-BE49-F238E27FC236}">
                <a16:creationId xmlns:a16="http://schemas.microsoft.com/office/drawing/2014/main" id="{9004156D-23C7-47F1-8428-FB6BE31DFC4F}"/>
              </a:ext>
            </a:extLst>
          </p:cNvPr>
          <p:cNvSpPr>
            <a:spLocks noGrp="1"/>
          </p:cNvSpPr>
          <p:nvPr/>
        </p:nvSpPr>
        <p:spPr>
          <a:xfrm>
            <a:off x="728418" y="1641556"/>
            <a:ext cx="1771589" cy="694714"/>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000" b="1" kern="1200" baseline="0">
                <a:solidFill>
                  <a:srgbClr val="164C7B"/>
                </a:solidFill>
                <a:latin typeface="+mj-lt"/>
                <a:ea typeface="+mj-ea"/>
                <a:cs typeface="+mj-cs"/>
              </a:defRPr>
            </a:lvl1pPr>
          </a:lstStyle>
          <a:p>
            <a:r>
              <a:rPr lang="en-AU" sz="2400">
                <a:solidFill>
                  <a:schemeClr val="tx1"/>
                </a:solidFill>
                <a:latin typeface="+mn-lt"/>
                <a:ea typeface="ADLaM Display" panose="020F0502020204030204" pitchFamily="2" charset="0"/>
                <a:cs typeface="ADLaM Display" panose="020F0502020204030204" pitchFamily="2" charset="0"/>
              </a:rPr>
              <a:t>Training</a:t>
            </a:r>
          </a:p>
        </p:txBody>
      </p:sp>
      <p:sp>
        <p:nvSpPr>
          <p:cNvPr id="19" name="TextBox 18">
            <a:extLst>
              <a:ext uri="{FF2B5EF4-FFF2-40B4-BE49-F238E27FC236}">
                <a16:creationId xmlns:a16="http://schemas.microsoft.com/office/drawing/2014/main" id="{DA57E8CA-5F0F-9F7F-FB73-A7FE8EE7CDA0}"/>
              </a:ext>
            </a:extLst>
          </p:cNvPr>
          <p:cNvSpPr txBox="1"/>
          <p:nvPr/>
        </p:nvSpPr>
        <p:spPr>
          <a:xfrm>
            <a:off x="6873766" y="3539359"/>
            <a:ext cx="4836738" cy="2369880"/>
          </a:xfrm>
          <a:prstGeom prst="rect">
            <a:avLst/>
          </a:prstGeom>
          <a:solidFill>
            <a:schemeClr val="accent3">
              <a:lumMod val="20000"/>
              <a:lumOff val="80000"/>
            </a:schemeClr>
          </a:solidFill>
          <a:ln>
            <a:noFill/>
          </a:ln>
        </p:spPr>
        <p:txBody>
          <a:bodyPr wrap="square" rtlCol="0">
            <a:spAutoFit/>
          </a:bodyPr>
          <a:lstStyle/>
          <a:p>
            <a:pPr>
              <a:spcBef>
                <a:spcPts val="1200"/>
              </a:spcBef>
              <a:spcAft>
                <a:spcPts val="600"/>
              </a:spcAft>
            </a:pPr>
            <a:r>
              <a:rPr lang="en-US" sz="2000" b="1">
                <a:solidFill>
                  <a:srgbClr val="0066B9"/>
                </a:solidFill>
                <a:latin typeface="+mj-lt"/>
              </a:rPr>
              <a:t>Book an Ethics Consultation</a:t>
            </a:r>
          </a:p>
          <a:p>
            <a:pPr marL="285750" indent="-285750">
              <a:buFont typeface="Arial" panose="020B0604020202020204" pitchFamily="34" charset="0"/>
              <a:buChar char="•"/>
            </a:pPr>
            <a:r>
              <a:rPr lang="en-US" sz="1500">
                <a:solidFill>
                  <a:srgbClr val="1C1C1C"/>
                </a:solidFill>
              </a:rPr>
              <a:t>Can book an appointment with an Ethics Liaison Officer </a:t>
            </a:r>
            <a:r>
              <a:rPr lang="en-US" sz="1500" b="0" i="0">
                <a:solidFill>
                  <a:srgbClr val="1C1C1C"/>
                </a:solidFill>
                <a:effectLst/>
              </a:rPr>
              <a:t>if you have specific questions about preparing your research ethics application – See </a:t>
            </a:r>
            <a:r>
              <a:rPr lang="en-US" sz="1500" b="0" i="0" err="1">
                <a:solidFill>
                  <a:srgbClr val="1C1C1C"/>
                </a:solidFill>
                <a:effectLst/>
              </a:rPr>
              <a:t>HiQ</a:t>
            </a:r>
            <a:r>
              <a:rPr lang="en-US" sz="1500">
                <a:solidFill>
                  <a:srgbClr val="1C1C1C"/>
                </a:solidFill>
              </a:rPr>
              <a:t>/DW</a:t>
            </a:r>
            <a:endParaRPr lang="en-US" sz="1500" b="0" i="0">
              <a:solidFill>
                <a:srgbClr val="1C1C1C"/>
              </a:solidFill>
              <a:effectLst/>
            </a:endParaRPr>
          </a:p>
          <a:p>
            <a:pPr marL="285750" indent="-285750">
              <a:buFont typeface="Arial" panose="020B0604020202020204" pitchFamily="34" charset="0"/>
              <a:buChar char="•"/>
            </a:pPr>
            <a:r>
              <a:rPr lang="en-US" sz="1500" b="0" i="0">
                <a:solidFill>
                  <a:srgbClr val="1C1C1C"/>
                </a:solidFill>
                <a:effectLst/>
              </a:rPr>
              <a:t>It is strongly recommended that you attend the ‘Introduction to Human Research Ethics’ lecture before attending this session.</a:t>
            </a:r>
            <a:endParaRPr lang="en-US" sz="1500">
              <a:solidFill>
                <a:srgbClr val="1C1C1C"/>
              </a:solidFill>
              <a:latin typeface="proxima-nova"/>
            </a:endParaRPr>
          </a:p>
          <a:p>
            <a:endParaRPr lang="en-AU"/>
          </a:p>
        </p:txBody>
      </p:sp>
      <p:pic>
        <p:nvPicPr>
          <p:cNvPr id="3" name="Picture 2">
            <a:extLst>
              <a:ext uri="{FF2B5EF4-FFF2-40B4-BE49-F238E27FC236}">
                <a16:creationId xmlns:a16="http://schemas.microsoft.com/office/drawing/2014/main" id="{825D8519-86FC-A592-DE6B-48AEB2A4F8DD}"/>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2403366" y="4108316"/>
            <a:ext cx="4470400" cy="1663700"/>
          </a:xfrm>
          <a:prstGeom prst="rect">
            <a:avLst/>
          </a:prstGeom>
        </p:spPr>
      </p:pic>
    </p:spTree>
    <p:extLst>
      <p:ext uri="{BB962C8B-B14F-4D97-AF65-F5344CB8AC3E}">
        <p14:creationId xmlns:p14="http://schemas.microsoft.com/office/powerpoint/2010/main" val="349317331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tags/tag1.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6.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7.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8.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9.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0.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1.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6.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7.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8.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9.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0.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heme/theme1.xml><?xml version="1.0" encoding="utf-8"?>
<a:theme xmlns:a="http://schemas.openxmlformats.org/drawingml/2006/main" name="QUT Theme">
  <a:themeElements>
    <a:clrScheme name="QUT Template">
      <a:dk1>
        <a:srgbClr val="000000"/>
      </a:dk1>
      <a:lt1>
        <a:sysClr val="window" lastClr="FFFFFF"/>
      </a:lt1>
      <a:dk2>
        <a:srgbClr val="00467F"/>
      </a:dk2>
      <a:lt2>
        <a:srgbClr val="E7E6E6"/>
      </a:lt2>
      <a:accent1>
        <a:srgbClr val="0070C0"/>
      </a:accent1>
      <a:accent2>
        <a:srgbClr val="00B0F0"/>
      </a:accent2>
      <a:accent3>
        <a:srgbClr val="F0CA4D"/>
      </a:accent3>
      <a:accent4>
        <a:srgbClr val="E37B40"/>
      </a:accent4>
      <a:accent5>
        <a:srgbClr val="DE5B49"/>
      </a:accent5>
      <a:accent6>
        <a:srgbClr val="00467F"/>
      </a:accent6>
      <a:hlink>
        <a:srgbClr val="00467F"/>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 id="{3A5EF2A6-179E-4A3E-9354-748EA64803FD}" vid="{B8C2B8D7-767F-4824-9F61-16DEE374EB67}"/>
    </a:ext>
  </a:extLst>
</a:theme>
</file>

<file path=ppt/theme/theme2.xml><?xml version="1.0" encoding="utf-8"?>
<a:theme xmlns:a="http://schemas.openxmlformats.org/drawingml/2006/main" name="QUT Manda">
  <a:themeElements>
    <a:clrScheme name="QUT Template">
      <a:dk1>
        <a:srgbClr val="000000"/>
      </a:dk1>
      <a:lt1>
        <a:sysClr val="window" lastClr="FFFFFF"/>
      </a:lt1>
      <a:dk2>
        <a:srgbClr val="00467F"/>
      </a:dk2>
      <a:lt2>
        <a:srgbClr val="E7E6E6"/>
      </a:lt2>
      <a:accent1>
        <a:srgbClr val="0070C0"/>
      </a:accent1>
      <a:accent2>
        <a:srgbClr val="00B0F0"/>
      </a:accent2>
      <a:accent3>
        <a:srgbClr val="F0CA4D"/>
      </a:accent3>
      <a:accent4>
        <a:srgbClr val="E37B40"/>
      </a:accent4>
      <a:accent5>
        <a:srgbClr val="DE5B49"/>
      </a:accent5>
      <a:accent6>
        <a:srgbClr val="00467F"/>
      </a:accent6>
      <a:hlink>
        <a:srgbClr val="00467F"/>
      </a:hlink>
      <a:folHlink>
        <a:srgbClr val="954F72"/>
      </a:folHlink>
    </a:clrScheme>
    <a:fontScheme name="Manda Special">
      <a:majorFont>
        <a:latin typeface="Montserrat Medium"/>
        <a:ea typeface=""/>
        <a:cs typeface=""/>
      </a:majorFont>
      <a:minorFont>
        <a:latin typeface="Montserra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3" id="{7FEE71A4-893F-494C-AEE4-47BCF0E12DB4}" vid="{A22D86C2-7333-7740-BC92-82290536677D}"/>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3020</TotalTime>
  <Words>1854</Words>
  <Application>Microsoft Office PowerPoint</Application>
  <PresentationFormat>Widescreen</PresentationFormat>
  <Paragraphs>271</Paragraphs>
  <Slides>26</Slides>
  <Notes>3</Notes>
  <HiddenSlides>0</HiddenSlides>
  <MMClips>0</MMClips>
  <ScaleCrop>false</ScaleCrop>
  <HeadingPairs>
    <vt:vector size="6" baseType="variant">
      <vt:variant>
        <vt:lpstr>Fonts Used</vt:lpstr>
      </vt:variant>
      <vt:variant>
        <vt:i4>12</vt:i4>
      </vt:variant>
      <vt:variant>
        <vt:lpstr>Theme</vt:lpstr>
      </vt:variant>
      <vt:variant>
        <vt:i4>2</vt:i4>
      </vt:variant>
      <vt:variant>
        <vt:lpstr>Slide Titles</vt:lpstr>
      </vt:variant>
      <vt:variant>
        <vt:i4>26</vt:i4>
      </vt:variant>
    </vt:vector>
  </HeadingPairs>
  <TitlesOfParts>
    <vt:vector size="40" baseType="lpstr">
      <vt:lpstr>ＭＳ Ｐゴシック</vt:lpstr>
      <vt:lpstr>Aptos</vt:lpstr>
      <vt:lpstr>Arial</vt:lpstr>
      <vt:lpstr>Calibri</vt:lpstr>
      <vt:lpstr>Lato Black</vt:lpstr>
      <vt:lpstr>Montserrat</vt:lpstr>
      <vt:lpstr>Montserrat Medium</vt:lpstr>
      <vt:lpstr>Playfair Display</vt:lpstr>
      <vt:lpstr>proxima-nova</vt:lpstr>
      <vt:lpstr>Symbol</vt:lpstr>
      <vt:lpstr>Wingdings</vt:lpstr>
      <vt:lpstr>Wingdings 3</vt:lpstr>
      <vt:lpstr>QUT Theme</vt:lpstr>
      <vt:lpstr>QUT Manda</vt:lpstr>
      <vt:lpstr>ARC BITA Geek Seminar</vt:lpstr>
      <vt:lpstr>PowerPoint Presentation</vt:lpstr>
      <vt:lpstr>Human research – a brief, and selective, history</vt:lpstr>
      <vt:lpstr>PowerPoint Presentation</vt:lpstr>
      <vt:lpstr>PowerPoint Presentation</vt:lpstr>
      <vt:lpstr>PowerPoint Presentation</vt:lpstr>
      <vt:lpstr>Human Ethics Guidelines</vt:lpstr>
      <vt:lpstr>Important Codes and Statements</vt:lpstr>
      <vt:lpstr>Australian Code for Responsible Conduct of Research</vt:lpstr>
      <vt:lpstr>PowerPoint Presentation</vt:lpstr>
      <vt:lpstr>What is not human research – watch this space….</vt:lpstr>
      <vt:lpstr>National Statement</vt:lpstr>
      <vt:lpstr>National Statement</vt:lpstr>
      <vt:lpstr>PowerPoint Presentation</vt:lpstr>
      <vt:lpstr>NS Chapter 3 Ethical considerations in the design, development, review and conduct of research</vt:lpstr>
      <vt:lpstr>What is human research?</vt:lpstr>
      <vt:lpstr>Data and Information (NS Section 3, Element 4)</vt:lpstr>
      <vt:lpstr>Cambridge Analytica</vt:lpstr>
      <vt:lpstr>Publicly available data – ethical consideration</vt:lpstr>
      <vt:lpstr>Waiver of consent NS 2.3.10</vt:lpstr>
      <vt:lpstr>Justifying waiver</vt:lpstr>
      <vt:lpstr>Australian Privacy Principles – Australian Privacy Act (1988)</vt:lpstr>
      <vt:lpstr>Myki card data research</vt:lpstr>
      <vt:lpstr>Decreasing identifiability of data</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Lynn Woodward</dc:creator>
  <cp:lastModifiedBy>Lynn Woodward</cp:lastModifiedBy>
  <cp:revision>1</cp:revision>
  <dcterms:created xsi:type="dcterms:W3CDTF">2025-11-26T04:13:01Z</dcterms:created>
  <dcterms:modified xsi:type="dcterms:W3CDTF">2025-12-01T05:08:31Z</dcterms:modified>
</cp:coreProperties>
</file>