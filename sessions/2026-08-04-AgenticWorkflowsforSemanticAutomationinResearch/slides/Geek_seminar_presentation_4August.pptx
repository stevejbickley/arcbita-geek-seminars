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2" r:id="rId3"/>
  </p:sldMasterIdLst>
  <p:notesMasterIdLst>
    <p:notesMasterId r:id="rId20"/>
  </p:notesMasterIdLst>
  <p:sldIdLst>
    <p:sldId id="269" r:id="rId4"/>
    <p:sldId id="699" r:id="rId5"/>
    <p:sldId id="700" r:id="rId6"/>
    <p:sldId id="258" r:id="rId7"/>
    <p:sldId id="264" r:id="rId8"/>
    <p:sldId id="257" r:id="rId9"/>
    <p:sldId id="261" r:id="rId10"/>
    <p:sldId id="701" r:id="rId11"/>
    <p:sldId id="262" r:id="rId12"/>
    <p:sldId id="704" r:id="rId13"/>
    <p:sldId id="266" r:id="rId14"/>
    <p:sldId id="267" r:id="rId15"/>
    <p:sldId id="268" r:id="rId16"/>
    <p:sldId id="260" r:id="rId17"/>
    <p:sldId id="265" r:id="rId18"/>
    <p:sldId id="263" r:id="rId19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4D62"/>
    <a:srgbClr val="0E284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F0D3FA-4D7A-44C5-A76B-CD373FE6B253}" v="23" dt="2026-07-30T14:09:34.278"/>
    <p1510:client id="{A7597642-0622-7E44-9BF7-B3F06E75BADA}" v="1058" dt="2026-07-31T04:28:32.555"/>
  </p1510:revLst>
</p1510:revInfo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660B408-B3CF-4A94-85FC-2B1E0A45F4A2}" styleName="Dark Style 2 –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63"/>
    <p:restoredTop sz="60411" autoAdjust="0"/>
  </p:normalViewPr>
  <p:slideViewPr>
    <p:cSldViewPr snapToGrid="0">
      <p:cViewPr varScale="1">
        <p:scale>
          <a:sx n="74" d="100"/>
          <a:sy n="74" d="100"/>
        </p:scale>
        <p:origin x="149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5F603EA-D065-C547-9335-0E4D0A03C383}" type="doc">
      <dgm:prSet loTypeId="urn:microsoft.com/office/officeart/2005/8/layout/list1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DF3F41EB-2303-2743-BC6D-A0387F971654}">
      <dgm:prSet phldrT="[Text]"/>
      <dgm:spPr/>
      <dgm:t>
        <a:bodyPr/>
        <a:lstStyle/>
        <a:p>
          <a:r>
            <a:rPr lang="en-US" dirty="0"/>
            <a:t>Schema</a:t>
          </a:r>
        </a:p>
      </dgm:t>
    </dgm:pt>
    <dgm:pt modelId="{52316B8B-3141-DF45-AA67-50E81F414596}" type="parTrans" cxnId="{E154C623-86BA-1948-8767-8AB32D9824FD}">
      <dgm:prSet/>
      <dgm:spPr/>
      <dgm:t>
        <a:bodyPr/>
        <a:lstStyle/>
        <a:p>
          <a:endParaRPr lang="en-US"/>
        </a:p>
      </dgm:t>
    </dgm:pt>
    <dgm:pt modelId="{A6DB7BA3-7141-C346-815C-2D70BAC50484}" type="sibTrans" cxnId="{E154C623-86BA-1948-8767-8AB32D9824FD}">
      <dgm:prSet/>
      <dgm:spPr/>
      <dgm:t>
        <a:bodyPr/>
        <a:lstStyle/>
        <a:p>
          <a:endParaRPr lang="en-US"/>
        </a:p>
      </dgm:t>
    </dgm:pt>
    <dgm:pt modelId="{210CB005-532F-6242-A735-3DFB8FD0DD8F}">
      <dgm:prSet phldrT="[Text]"/>
      <dgm:spPr/>
      <dgm:t>
        <a:bodyPr/>
        <a:lstStyle/>
        <a:p>
          <a:r>
            <a:rPr lang="en-US" dirty="0"/>
            <a:t>Identify research-relevant entities, events, attributes and relationships.</a:t>
          </a:r>
        </a:p>
      </dgm:t>
    </dgm:pt>
    <dgm:pt modelId="{AFAC0B44-38EC-6A41-BD67-111E06AD28D5}" type="parTrans" cxnId="{2DE32AED-0E53-DC40-A272-B87D9A03F6E3}">
      <dgm:prSet/>
      <dgm:spPr/>
      <dgm:t>
        <a:bodyPr/>
        <a:lstStyle/>
        <a:p>
          <a:endParaRPr lang="en-US"/>
        </a:p>
      </dgm:t>
    </dgm:pt>
    <dgm:pt modelId="{30E933CD-25BD-1B4A-BC52-2FF474FDD3A3}" type="sibTrans" cxnId="{2DE32AED-0E53-DC40-A272-B87D9A03F6E3}">
      <dgm:prSet/>
      <dgm:spPr/>
      <dgm:t>
        <a:bodyPr/>
        <a:lstStyle/>
        <a:p>
          <a:endParaRPr lang="en-US"/>
        </a:p>
      </dgm:t>
    </dgm:pt>
    <dgm:pt modelId="{B0BD626F-0769-7249-96D7-CFC67BB27715}">
      <dgm:prSet phldrT="[Text]"/>
      <dgm:spPr/>
      <dgm:t>
        <a:bodyPr/>
        <a:lstStyle/>
        <a:p>
          <a:r>
            <a:rPr lang="en-US" dirty="0"/>
            <a:t>Define Graph Entities and Relationships</a:t>
          </a:r>
        </a:p>
      </dgm:t>
    </dgm:pt>
    <dgm:pt modelId="{41C86A50-A801-DF40-87DF-A3690F6E5682}" type="parTrans" cxnId="{E8760B9D-C395-9342-B1BB-B45FBB892850}">
      <dgm:prSet/>
      <dgm:spPr/>
      <dgm:t>
        <a:bodyPr/>
        <a:lstStyle/>
        <a:p>
          <a:endParaRPr lang="en-US"/>
        </a:p>
      </dgm:t>
    </dgm:pt>
    <dgm:pt modelId="{424596C6-3B61-A24E-BABF-4BDF5B96226F}" type="sibTrans" cxnId="{E8760B9D-C395-9342-B1BB-B45FBB892850}">
      <dgm:prSet/>
      <dgm:spPr/>
      <dgm:t>
        <a:bodyPr/>
        <a:lstStyle/>
        <a:p>
          <a:endParaRPr lang="en-US"/>
        </a:p>
      </dgm:t>
    </dgm:pt>
    <dgm:pt modelId="{31DCB799-9033-7747-8654-D8B2AF98D6EC}">
      <dgm:prSet phldrT="[Text]"/>
      <dgm:spPr/>
      <dgm:t>
        <a:bodyPr/>
        <a:lstStyle/>
        <a:p>
          <a:r>
            <a:rPr lang="en-US" dirty="0"/>
            <a:t>AI agent orchestration</a:t>
          </a:r>
        </a:p>
      </dgm:t>
    </dgm:pt>
    <dgm:pt modelId="{690B6596-9B17-6548-AB05-776C41B98EAC}" type="sibTrans" cxnId="{D858756E-3357-9C42-86C0-D80B84A07722}">
      <dgm:prSet/>
      <dgm:spPr/>
      <dgm:t>
        <a:bodyPr/>
        <a:lstStyle/>
        <a:p>
          <a:endParaRPr lang="en-US"/>
        </a:p>
      </dgm:t>
    </dgm:pt>
    <dgm:pt modelId="{A39C6D9E-3BB7-E846-AE49-37B2C7A3F80B}" type="parTrans" cxnId="{D858756E-3357-9C42-86C0-D80B84A07722}">
      <dgm:prSet/>
      <dgm:spPr/>
      <dgm:t>
        <a:bodyPr/>
        <a:lstStyle/>
        <a:p>
          <a:endParaRPr lang="en-US"/>
        </a:p>
      </dgm:t>
    </dgm:pt>
    <dgm:pt modelId="{5CE4356A-4060-6340-BD36-CA98CF191AF5}">
      <dgm:prSet phldrT="[Text]"/>
      <dgm:spPr/>
      <dgm:t>
        <a:bodyPr/>
        <a:lstStyle/>
        <a:p>
          <a:r>
            <a:rPr lang="en-US"/>
            <a:t>Prompt Engineering</a:t>
          </a:r>
        </a:p>
      </dgm:t>
    </dgm:pt>
    <dgm:pt modelId="{9680CBFF-1811-264D-8A55-D47B0057C277}" type="parTrans" cxnId="{BAFC7D4C-310C-D247-AEDE-8DC9335AA2AC}">
      <dgm:prSet/>
      <dgm:spPr/>
      <dgm:t>
        <a:bodyPr/>
        <a:lstStyle/>
        <a:p>
          <a:endParaRPr lang="en-US"/>
        </a:p>
      </dgm:t>
    </dgm:pt>
    <dgm:pt modelId="{DAC4638E-DA29-AE4B-BF8C-659102C29FAC}" type="sibTrans" cxnId="{BAFC7D4C-310C-D247-AEDE-8DC9335AA2AC}">
      <dgm:prSet/>
      <dgm:spPr/>
      <dgm:t>
        <a:bodyPr/>
        <a:lstStyle/>
        <a:p>
          <a:endParaRPr lang="en-US"/>
        </a:p>
      </dgm:t>
    </dgm:pt>
    <dgm:pt modelId="{3EFE666F-0EBC-E44C-A364-27B342E0B9A2}">
      <dgm:prSet phldrT="[Text]"/>
      <dgm:spPr/>
      <dgm:t>
        <a:bodyPr/>
        <a:lstStyle/>
        <a:p>
          <a:r>
            <a:rPr lang="en-US" dirty="0"/>
            <a:t>Network graph</a:t>
          </a:r>
        </a:p>
      </dgm:t>
    </dgm:pt>
    <dgm:pt modelId="{0F26C5B8-5616-B24B-98C1-3FDFDD051617}" type="sibTrans" cxnId="{0E5D467E-EB76-424E-80D2-88ADD8AF7F99}">
      <dgm:prSet/>
      <dgm:spPr/>
      <dgm:t>
        <a:bodyPr/>
        <a:lstStyle/>
        <a:p>
          <a:endParaRPr lang="en-US"/>
        </a:p>
      </dgm:t>
    </dgm:pt>
    <dgm:pt modelId="{64BDCE9E-B8D4-7042-904B-E7AD0C09F1DE}" type="parTrans" cxnId="{0E5D467E-EB76-424E-80D2-88ADD8AF7F99}">
      <dgm:prSet/>
      <dgm:spPr/>
      <dgm:t>
        <a:bodyPr/>
        <a:lstStyle/>
        <a:p>
          <a:endParaRPr lang="en-US"/>
        </a:p>
      </dgm:t>
    </dgm:pt>
    <dgm:pt modelId="{F6A9B63B-173F-4B87-85A9-9A9036162DD6}">
      <dgm:prSet phldrT="[Text]"/>
      <dgm:spPr/>
      <dgm:t>
        <a:bodyPr/>
        <a:lstStyle/>
        <a:p>
          <a:r>
            <a:rPr lang="en-US"/>
            <a:t>Convert them into structured and machine-readable records.</a:t>
          </a:r>
          <a:endParaRPr lang="en-US" dirty="0"/>
        </a:p>
      </dgm:t>
    </dgm:pt>
    <dgm:pt modelId="{9B6287F9-4758-4C0D-86A1-82D53C104847}" type="parTrans" cxnId="{2D551B82-41E5-4FE0-880A-83B91EEE15C2}">
      <dgm:prSet/>
      <dgm:spPr/>
      <dgm:t>
        <a:bodyPr/>
        <a:lstStyle/>
        <a:p>
          <a:endParaRPr lang="en-US"/>
        </a:p>
      </dgm:t>
    </dgm:pt>
    <dgm:pt modelId="{96F1D1DA-D2CF-4250-9E85-8D1E7ACF7D86}" type="sibTrans" cxnId="{2D551B82-41E5-4FE0-880A-83B91EEE15C2}">
      <dgm:prSet/>
      <dgm:spPr/>
      <dgm:t>
        <a:bodyPr/>
        <a:lstStyle/>
        <a:p>
          <a:endParaRPr lang="en-US"/>
        </a:p>
      </dgm:t>
    </dgm:pt>
    <dgm:pt modelId="{12F02AF1-35C9-1746-97D3-9C976F1A72D0}">
      <dgm:prSet phldrT="[Text]"/>
      <dgm:spPr/>
      <dgm:t>
        <a:bodyPr/>
        <a:lstStyle/>
        <a:p>
          <a:r>
            <a:rPr lang="en-US" dirty="0"/>
            <a:t>Applying Predefined Schema to AI Agent Models</a:t>
          </a:r>
        </a:p>
      </dgm:t>
    </dgm:pt>
    <dgm:pt modelId="{7089C7B2-5EFF-5044-83D0-4632938291EE}" type="sibTrans" cxnId="{9C59B8AA-B4A1-FD46-9BB1-B7A2E5DFA200}">
      <dgm:prSet/>
      <dgm:spPr/>
      <dgm:t>
        <a:bodyPr/>
        <a:lstStyle/>
        <a:p>
          <a:endParaRPr lang="en-US"/>
        </a:p>
      </dgm:t>
    </dgm:pt>
    <dgm:pt modelId="{DD8AC2A0-FB9F-B346-93BC-B23AC89967FA}" type="parTrans" cxnId="{9C59B8AA-B4A1-FD46-9BB1-B7A2E5DFA200}">
      <dgm:prSet/>
      <dgm:spPr/>
      <dgm:t>
        <a:bodyPr/>
        <a:lstStyle/>
        <a:p>
          <a:endParaRPr lang="en-US"/>
        </a:p>
      </dgm:t>
    </dgm:pt>
    <dgm:pt modelId="{FFD8BB77-9524-4818-BA94-F7E156BAB40E}">
      <dgm:prSet phldrT="[Text]"/>
      <dgm:spPr/>
      <dgm:t>
        <a:bodyPr/>
        <a:lstStyle/>
        <a:p>
          <a:r>
            <a:rPr lang="en-US" dirty="0"/>
            <a:t>Build knowledge graph</a:t>
          </a:r>
        </a:p>
      </dgm:t>
    </dgm:pt>
    <dgm:pt modelId="{80668B81-8CB5-4D7A-BE1A-D769232C9162}" type="parTrans" cxnId="{7116A1E4-6FF2-48B6-A9B1-09E2337755E8}">
      <dgm:prSet/>
      <dgm:spPr/>
      <dgm:t>
        <a:bodyPr/>
        <a:lstStyle/>
        <a:p>
          <a:endParaRPr lang="en-US"/>
        </a:p>
      </dgm:t>
    </dgm:pt>
    <dgm:pt modelId="{503C71F0-9D8C-4E6C-BD51-3953CB6D0117}" type="sibTrans" cxnId="{7116A1E4-6FF2-48B6-A9B1-09E2337755E8}">
      <dgm:prSet/>
      <dgm:spPr/>
      <dgm:t>
        <a:bodyPr/>
        <a:lstStyle/>
        <a:p>
          <a:endParaRPr lang="en-US"/>
        </a:p>
      </dgm:t>
    </dgm:pt>
    <dgm:pt modelId="{C32DF7A1-3016-2848-827E-2147480E926F}" type="pres">
      <dgm:prSet presAssocID="{E5F603EA-D065-C547-9335-0E4D0A03C383}" presName="linear" presStyleCnt="0">
        <dgm:presLayoutVars>
          <dgm:dir/>
          <dgm:animLvl val="lvl"/>
          <dgm:resizeHandles val="exact"/>
        </dgm:presLayoutVars>
      </dgm:prSet>
      <dgm:spPr/>
    </dgm:pt>
    <dgm:pt modelId="{956A1C89-51DA-C842-9E89-F245AF44B711}" type="pres">
      <dgm:prSet presAssocID="{DF3F41EB-2303-2743-BC6D-A0387F971654}" presName="parentLin" presStyleCnt="0"/>
      <dgm:spPr/>
    </dgm:pt>
    <dgm:pt modelId="{DB6F7F0D-3E1E-4043-8C88-BD2C464ED4FB}" type="pres">
      <dgm:prSet presAssocID="{DF3F41EB-2303-2743-BC6D-A0387F971654}" presName="parentLeftMargin" presStyleLbl="node1" presStyleIdx="0" presStyleCnt="3"/>
      <dgm:spPr/>
    </dgm:pt>
    <dgm:pt modelId="{02643AD9-D48F-674C-B381-2F27990C9E56}" type="pres">
      <dgm:prSet presAssocID="{DF3F41EB-2303-2743-BC6D-A0387F971654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4A0E23C-C679-884A-9519-CDE44E0E5A22}" type="pres">
      <dgm:prSet presAssocID="{DF3F41EB-2303-2743-BC6D-A0387F971654}" presName="negativeSpace" presStyleCnt="0"/>
      <dgm:spPr/>
    </dgm:pt>
    <dgm:pt modelId="{9C007D7C-96F2-184C-B95B-598FF23CD473}" type="pres">
      <dgm:prSet presAssocID="{DF3F41EB-2303-2743-BC6D-A0387F971654}" presName="childText" presStyleLbl="conFgAcc1" presStyleIdx="0" presStyleCnt="3">
        <dgm:presLayoutVars>
          <dgm:bulletEnabled val="1"/>
        </dgm:presLayoutVars>
      </dgm:prSet>
      <dgm:spPr/>
    </dgm:pt>
    <dgm:pt modelId="{7CA8B9D4-2FE6-7443-AF30-9641BEC753DC}" type="pres">
      <dgm:prSet presAssocID="{A6DB7BA3-7141-C346-815C-2D70BAC50484}" presName="spaceBetweenRectangles" presStyleCnt="0"/>
      <dgm:spPr/>
    </dgm:pt>
    <dgm:pt modelId="{B31EF912-605A-B346-9B94-869B13189935}" type="pres">
      <dgm:prSet presAssocID="{31DCB799-9033-7747-8654-D8B2AF98D6EC}" presName="parentLin" presStyleCnt="0"/>
      <dgm:spPr/>
    </dgm:pt>
    <dgm:pt modelId="{D285A948-C6ED-614F-A24B-8BFF2917B2F2}" type="pres">
      <dgm:prSet presAssocID="{31DCB799-9033-7747-8654-D8B2AF98D6EC}" presName="parentLeftMargin" presStyleLbl="node1" presStyleIdx="0" presStyleCnt="3"/>
      <dgm:spPr/>
    </dgm:pt>
    <dgm:pt modelId="{698D172C-851B-DB4E-B572-8C43556409B7}" type="pres">
      <dgm:prSet presAssocID="{31DCB799-9033-7747-8654-D8B2AF98D6E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45AF469-4A72-B34B-A77A-4A8238EC9A16}" type="pres">
      <dgm:prSet presAssocID="{31DCB799-9033-7747-8654-D8B2AF98D6EC}" presName="negativeSpace" presStyleCnt="0"/>
      <dgm:spPr/>
    </dgm:pt>
    <dgm:pt modelId="{496A0182-6C69-894D-9CCD-E5098E7036AF}" type="pres">
      <dgm:prSet presAssocID="{31DCB799-9033-7747-8654-D8B2AF98D6EC}" presName="childText" presStyleLbl="conFgAcc1" presStyleIdx="1" presStyleCnt="3">
        <dgm:presLayoutVars>
          <dgm:bulletEnabled val="1"/>
        </dgm:presLayoutVars>
      </dgm:prSet>
      <dgm:spPr/>
    </dgm:pt>
    <dgm:pt modelId="{1F3F4601-3E97-8543-B597-DB8FC25C2401}" type="pres">
      <dgm:prSet presAssocID="{690B6596-9B17-6548-AB05-776C41B98EAC}" presName="spaceBetweenRectangles" presStyleCnt="0"/>
      <dgm:spPr/>
    </dgm:pt>
    <dgm:pt modelId="{DEB6E30A-54E3-6548-A52A-BEC846E180F2}" type="pres">
      <dgm:prSet presAssocID="{3EFE666F-0EBC-E44C-A364-27B342E0B9A2}" presName="parentLin" presStyleCnt="0"/>
      <dgm:spPr/>
    </dgm:pt>
    <dgm:pt modelId="{F1E64E6F-59CD-4843-9897-6289AA884875}" type="pres">
      <dgm:prSet presAssocID="{3EFE666F-0EBC-E44C-A364-27B342E0B9A2}" presName="parentLeftMargin" presStyleLbl="node1" presStyleIdx="1" presStyleCnt="3"/>
      <dgm:spPr/>
    </dgm:pt>
    <dgm:pt modelId="{F4A3C753-C258-F74A-B59A-BD74D15F32FC}" type="pres">
      <dgm:prSet presAssocID="{3EFE666F-0EBC-E44C-A364-27B342E0B9A2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8BEEFD42-C93F-5B49-ADEC-1BBEF66AA0B3}" type="pres">
      <dgm:prSet presAssocID="{3EFE666F-0EBC-E44C-A364-27B342E0B9A2}" presName="negativeSpace" presStyleCnt="0"/>
      <dgm:spPr/>
    </dgm:pt>
    <dgm:pt modelId="{480AE19B-DF48-A746-9C9A-DDB9D9B570DB}" type="pres">
      <dgm:prSet presAssocID="{3EFE666F-0EBC-E44C-A364-27B342E0B9A2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ACA1B010-CEEF-8D48-B4E6-2B6E12C193F3}" type="presOf" srcId="{31DCB799-9033-7747-8654-D8B2AF98D6EC}" destId="{698D172C-851B-DB4E-B572-8C43556409B7}" srcOrd="1" destOrd="0" presId="urn:microsoft.com/office/officeart/2005/8/layout/list1"/>
    <dgm:cxn modelId="{3457DB16-392D-D749-BE7E-F6F4D37DC1DA}" type="presOf" srcId="{3EFE666F-0EBC-E44C-A364-27B342E0B9A2}" destId="{F1E64E6F-59CD-4843-9897-6289AA884875}" srcOrd="0" destOrd="0" presId="urn:microsoft.com/office/officeart/2005/8/layout/list1"/>
    <dgm:cxn modelId="{E154C623-86BA-1948-8767-8AB32D9824FD}" srcId="{E5F603EA-D065-C547-9335-0E4D0A03C383}" destId="{DF3F41EB-2303-2743-BC6D-A0387F971654}" srcOrd="0" destOrd="0" parTransId="{52316B8B-3141-DF45-AA67-50E81F414596}" sibTransId="{A6DB7BA3-7141-C346-815C-2D70BAC50484}"/>
    <dgm:cxn modelId="{F7205733-DDDC-CC49-9FFC-EF030E6D18F5}" type="presOf" srcId="{12F02AF1-35C9-1746-97D3-9C976F1A72D0}" destId="{496A0182-6C69-894D-9CCD-E5098E7036AF}" srcOrd="0" destOrd="0" presId="urn:microsoft.com/office/officeart/2005/8/layout/list1"/>
    <dgm:cxn modelId="{BAFC7D4C-310C-D247-AEDE-8DC9335AA2AC}" srcId="{31DCB799-9033-7747-8654-D8B2AF98D6EC}" destId="{5CE4356A-4060-6340-BD36-CA98CF191AF5}" srcOrd="1" destOrd="0" parTransId="{9680CBFF-1811-264D-8A55-D47B0057C277}" sibTransId="{DAC4638E-DA29-AE4B-BF8C-659102C29FAC}"/>
    <dgm:cxn modelId="{D858756E-3357-9C42-86C0-D80B84A07722}" srcId="{E5F603EA-D065-C547-9335-0E4D0A03C383}" destId="{31DCB799-9033-7747-8654-D8B2AF98D6EC}" srcOrd="1" destOrd="0" parTransId="{A39C6D9E-3BB7-E846-AE49-37B2C7A3F80B}" sibTransId="{690B6596-9B17-6548-AB05-776C41B98EAC}"/>
    <dgm:cxn modelId="{0E5D467E-EB76-424E-80D2-88ADD8AF7F99}" srcId="{E5F603EA-D065-C547-9335-0E4D0A03C383}" destId="{3EFE666F-0EBC-E44C-A364-27B342E0B9A2}" srcOrd="2" destOrd="0" parTransId="{64BDCE9E-B8D4-7042-904B-E7AD0C09F1DE}" sibTransId="{0F26C5B8-5616-B24B-98C1-3FDFDD051617}"/>
    <dgm:cxn modelId="{2D551B82-41E5-4FE0-880A-83B91EEE15C2}" srcId="{DF3F41EB-2303-2743-BC6D-A0387F971654}" destId="{F6A9B63B-173F-4B87-85A9-9A9036162DD6}" srcOrd="1" destOrd="0" parTransId="{9B6287F9-4758-4C0D-86A1-82D53C104847}" sibTransId="{96F1D1DA-D2CF-4250-9E85-8D1E7ACF7D86}"/>
    <dgm:cxn modelId="{66C44587-17EE-524A-93AC-7D591183C6C7}" type="presOf" srcId="{210CB005-532F-6242-A735-3DFB8FD0DD8F}" destId="{9C007D7C-96F2-184C-B95B-598FF23CD473}" srcOrd="0" destOrd="0" presId="urn:microsoft.com/office/officeart/2005/8/layout/list1"/>
    <dgm:cxn modelId="{E8760B9D-C395-9342-B1BB-B45FBB892850}" srcId="{3EFE666F-0EBC-E44C-A364-27B342E0B9A2}" destId="{B0BD626F-0769-7249-96D7-CFC67BB27715}" srcOrd="0" destOrd="0" parTransId="{41C86A50-A801-DF40-87DF-A3690F6E5682}" sibTransId="{424596C6-3B61-A24E-BABF-4BDF5B96226F}"/>
    <dgm:cxn modelId="{E20CB5A9-5713-E649-86B3-667816E0E2EB}" type="presOf" srcId="{E5F603EA-D065-C547-9335-0E4D0A03C383}" destId="{C32DF7A1-3016-2848-827E-2147480E926F}" srcOrd="0" destOrd="0" presId="urn:microsoft.com/office/officeart/2005/8/layout/list1"/>
    <dgm:cxn modelId="{9C59B8AA-B4A1-FD46-9BB1-B7A2E5DFA200}" srcId="{31DCB799-9033-7747-8654-D8B2AF98D6EC}" destId="{12F02AF1-35C9-1746-97D3-9C976F1A72D0}" srcOrd="0" destOrd="0" parTransId="{DD8AC2A0-FB9F-B346-93BC-B23AC89967FA}" sibTransId="{7089C7B2-5EFF-5044-83D0-4632938291EE}"/>
    <dgm:cxn modelId="{EAFC3CB2-5881-174B-88F6-CE3E8E886465}" type="presOf" srcId="{F6A9B63B-173F-4B87-85A9-9A9036162DD6}" destId="{9C007D7C-96F2-184C-B95B-598FF23CD473}" srcOrd="0" destOrd="1" presId="urn:microsoft.com/office/officeart/2005/8/layout/list1"/>
    <dgm:cxn modelId="{718B1FB4-5DA1-9448-A769-C1249154E568}" type="presOf" srcId="{DF3F41EB-2303-2743-BC6D-A0387F971654}" destId="{02643AD9-D48F-674C-B381-2F27990C9E56}" srcOrd="1" destOrd="0" presId="urn:microsoft.com/office/officeart/2005/8/layout/list1"/>
    <dgm:cxn modelId="{476DE4B7-F531-0549-985F-C114C1EC03DA}" type="presOf" srcId="{31DCB799-9033-7747-8654-D8B2AF98D6EC}" destId="{D285A948-C6ED-614F-A24B-8BFF2917B2F2}" srcOrd="0" destOrd="0" presId="urn:microsoft.com/office/officeart/2005/8/layout/list1"/>
    <dgm:cxn modelId="{10555AC7-FBBF-2E42-935A-B9879D10D1C0}" type="presOf" srcId="{B0BD626F-0769-7249-96D7-CFC67BB27715}" destId="{480AE19B-DF48-A746-9C9A-DDB9D9B570DB}" srcOrd="0" destOrd="0" presId="urn:microsoft.com/office/officeart/2005/8/layout/list1"/>
    <dgm:cxn modelId="{2AC84FD2-6C8B-B24D-B86E-F48445DF4436}" type="presOf" srcId="{DF3F41EB-2303-2743-BC6D-A0387F971654}" destId="{DB6F7F0D-3E1E-4043-8C88-BD2C464ED4FB}" srcOrd="0" destOrd="0" presId="urn:microsoft.com/office/officeart/2005/8/layout/list1"/>
    <dgm:cxn modelId="{DF473DDB-959F-6E40-93FC-04D089B28E1A}" type="presOf" srcId="{3EFE666F-0EBC-E44C-A364-27B342E0B9A2}" destId="{F4A3C753-C258-F74A-B59A-BD74D15F32FC}" srcOrd="1" destOrd="0" presId="urn:microsoft.com/office/officeart/2005/8/layout/list1"/>
    <dgm:cxn modelId="{7116A1E4-6FF2-48B6-A9B1-09E2337755E8}" srcId="{3EFE666F-0EBC-E44C-A364-27B342E0B9A2}" destId="{FFD8BB77-9524-4818-BA94-F7E156BAB40E}" srcOrd="1" destOrd="0" parTransId="{80668B81-8CB5-4D7A-BE1A-D769232C9162}" sibTransId="{503C71F0-9D8C-4E6C-BD51-3953CB6D0117}"/>
    <dgm:cxn modelId="{2DE32AED-0E53-DC40-A272-B87D9A03F6E3}" srcId="{DF3F41EB-2303-2743-BC6D-A0387F971654}" destId="{210CB005-532F-6242-A735-3DFB8FD0DD8F}" srcOrd="0" destOrd="0" parTransId="{AFAC0B44-38EC-6A41-BD67-111E06AD28D5}" sibTransId="{30E933CD-25BD-1B4A-BC52-2FF474FDD3A3}"/>
    <dgm:cxn modelId="{A54DB0EF-C079-9C46-844F-45749FD8EB7C}" type="presOf" srcId="{5CE4356A-4060-6340-BD36-CA98CF191AF5}" destId="{496A0182-6C69-894D-9CCD-E5098E7036AF}" srcOrd="0" destOrd="1" presId="urn:microsoft.com/office/officeart/2005/8/layout/list1"/>
    <dgm:cxn modelId="{A9A6C3F3-585B-AC47-AB7F-E6855892F8FD}" type="presOf" srcId="{FFD8BB77-9524-4818-BA94-F7E156BAB40E}" destId="{480AE19B-DF48-A746-9C9A-DDB9D9B570DB}" srcOrd="0" destOrd="1" presId="urn:microsoft.com/office/officeart/2005/8/layout/list1"/>
    <dgm:cxn modelId="{54A85146-C289-D240-ABEE-62E2E2A631EF}" type="presParOf" srcId="{C32DF7A1-3016-2848-827E-2147480E926F}" destId="{956A1C89-51DA-C842-9E89-F245AF44B711}" srcOrd="0" destOrd="0" presId="urn:microsoft.com/office/officeart/2005/8/layout/list1"/>
    <dgm:cxn modelId="{D24E504E-FD00-C441-9A86-31E96B44B85E}" type="presParOf" srcId="{956A1C89-51DA-C842-9E89-F245AF44B711}" destId="{DB6F7F0D-3E1E-4043-8C88-BD2C464ED4FB}" srcOrd="0" destOrd="0" presId="urn:microsoft.com/office/officeart/2005/8/layout/list1"/>
    <dgm:cxn modelId="{C8254318-1502-9541-AD93-7C150044C1E1}" type="presParOf" srcId="{956A1C89-51DA-C842-9E89-F245AF44B711}" destId="{02643AD9-D48F-674C-B381-2F27990C9E56}" srcOrd="1" destOrd="0" presId="urn:microsoft.com/office/officeart/2005/8/layout/list1"/>
    <dgm:cxn modelId="{A481082B-1C1F-6042-99D9-53E2469AB161}" type="presParOf" srcId="{C32DF7A1-3016-2848-827E-2147480E926F}" destId="{C4A0E23C-C679-884A-9519-CDE44E0E5A22}" srcOrd="1" destOrd="0" presId="urn:microsoft.com/office/officeart/2005/8/layout/list1"/>
    <dgm:cxn modelId="{FFAAB5AB-AA89-BB4A-AE96-D2ABF8A30095}" type="presParOf" srcId="{C32DF7A1-3016-2848-827E-2147480E926F}" destId="{9C007D7C-96F2-184C-B95B-598FF23CD473}" srcOrd="2" destOrd="0" presId="urn:microsoft.com/office/officeart/2005/8/layout/list1"/>
    <dgm:cxn modelId="{8249DEAC-BCDA-274E-B557-F209B493862F}" type="presParOf" srcId="{C32DF7A1-3016-2848-827E-2147480E926F}" destId="{7CA8B9D4-2FE6-7443-AF30-9641BEC753DC}" srcOrd="3" destOrd="0" presId="urn:microsoft.com/office/officeart/2005/8/layout/list1"/>
    <dgm:cxn modelId="{36E8559C-C1F3-1447-AD90-675E957483B1}" type="presParOf" srcId="{C32DF7A1-3016-2848-827E-2147480E926F}" destId="{B31EF912-605A-B346-9B94-869B13189935}" srcOrd="4" destOrd="0" presId="urn:microsoft.com/office/officeart/2005/8/layout/list1"/>
    <dgm:cxn modelId="{9EABAA7C-6422-3F41-B31E-FB083793458F}" type="presParOf" srcId="{B31EF912-605A-B346-9B94-869B13189935}" destId="{D285A948-C6ED-614F-A24B-8BFF2917B2F2}" srcOrd="0" destOrd="0" presId="urn:microsoft.com/office/officeart/2005/8/layout/list1"/>
    <dgm:cxn modelId="{2C739203-D10B-F94B-A2B3-B2CF61278712}" type="presParOf" srcId="{B31EF912-605A-B346-9B94-869B13189935}" destId="{698D172C-851B-DB4E-B572-8C43556409B7}" srcOrd="1" destOrd="0" presId="urn:microsoft.com/office/officeart/2005/8/layout/list1"/>
    <dgm:cxn modelId="{E92D764C-623B-1246-BD50-BAC0FDBFDEFE}" type="presParOf" srcId="{C32DF7A1-3016-2848-827E-2147480E926F}" destId="{A45AF469-4A72-B34B-A77A-4A8238EC9A16}" srcOrd="5" destOrd="0" presId="urn:microsoft.com/office/officeart/2005/8/layout/list1"/>
    <dgm:cxn modelId="{F876D2F7-345C-094D-93C9-103DE92F1FEB}" type="presParOf" srcId="{C32DF7A1-3016-2848-827E-2147480E926F}" destId="{496A0182-6C69-894D-9CCD-E5098E7036AF}" srcOrd="6" destOrd="0" presId="urn:microsoft.com/office/officeart/2005/8/layout/list1"/>
    <dgm:cxn modelId="{DB807A39-6E0F-3E47-9E95-D5C90499D272}" type="presParOf" srcId="{C32DF7A1-3016-2848-827E-2147480E926F}" destId="{1F3F4601-3E97-8543-B597-DB8FC25C2401}" srcOrd="7" destOrd="0" presId="urn:microsoft.com/office/officeart/2005/8/layout/list1"/>
    <dgm:cxn modelId="{8E4FF2B6-2A8C-3441-8342-56A7C9BD84FF}" type="presParOf" srcId="{C32DF7A1-3016-2848-827E-2147480E926F}" destId="{DEB6E30A-54E3-6548-A52A-BEC846E180F2}" srcOrd="8" destOrd="0" presId="urn:microsoft.com/office/officeart/2005/8/layout/list1"/>
    <dgm:cxn modelId="{6DB09F5B-84F9-AF49-BC36-301071AD00A4}" type="presParOf" srcId="{DEB6E30A-54E3-6548-A52A-BEC846E180F2}" destId="{F1E64E6F-59CD-4843-9897-6289AA884875}" srcOrd="0" destOrd="0" presId="urn:microsoft.com/office/officeart/2005/8/layout/list1"/>
    <dgm:cxn modelId="{91CE892E-ADDE-0341-8F0E-117FA0B7EB5E}" type="presParOf" srcId="{DEB6E30A-54E3-6548-A52A-BEC846E180F2}" destId="{F4A3C753-C258-F74A-B59A-BD74D15F32FC}" srcOrd="1" destOrd="0" presId="urn:microsoft.com/office/officeart/2005/8/layout/list1"/>
    <dgm:cxn modelId="{6502964A-8312-8B4C-A4D2-2C64DB61939A}" type="presParOf" srcId="{C32DF7A1-3016-2848-827E-2147480E926F}" destId="{8BEEFD42-C93F-5B49-ADEC-1BBEF66AA0B3}" srcOrd="9" destOrd="0" presId="urn:microsoft.com/office/officeart/2005/8/layout/list1"/>
    <dgm:cxn modelId="{FC83A843-3AA2-4040-9A34-ED6970C0542A}" type="presParOf" srcId="{C32DF7A1-3016-2848-827E-2147480E926F}" destId="{480AE19B-DF48-A746-9C9A-DDB9D9B570DB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D1C63AF-61CF-4189-861F-588A285EFAD1}" type="doc">
      <dgm:prSet loTypeId="urn:microsoft.com/office/officeart/2005/8/layout/radial6" loCatId="cycle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EE8BD881-A261-4CD3-9FD4-CC630974A44A}">
      <dgm:prSet phldrT="[Text]" phldr="0"/>
      <dgm:spPr/>
      <dgm:t>
        <a:bodyPr/>
        <a:lstStyle/>
        <a:p>
          <a:r>
            <a:rPr lang="en-US" dirty="0"/>
            <a:t>Agent Orchestration</a:t>
          </a:r>
        </a:p>
      </dgm:t>
    </dgm:pt>
    <dgm:pt modelId="{52C6FB84-F20B-4152-BD79-37534AEE2629}" type="parTrans" cxnId="{650736E4-5655-496B-BC4C-89330D0BBA9E}">
      <dgm:prSet/>
      <dgm:spPr/>
      <dgm:t>
        <a:bodyPr/>
        <a:lstStyle/>
        <a:p>
          <a:endParaRPr lang="en-US"/>
        </a:p>
      </dgm:t>
    </dgm:pt>
    <dgm:pt modelId="{9E0D6BC1-2ADB-49E3-87E6-C1E727FE142B}" type="sibTrans" cxnId="{650736E4-5655-496B-BC4C-89330D0BBA9E}">
      <dgm:prSet/>
      <dgm:spPr/>
      <dgm:t>
        <a:bodyPr/>
        <a:lstStyle/>
        <a:p>
          <a:endParaRPr lang="en-US"/>
        </a:p>
      </dgm:t>
    </dgm:pt>
    <dgm:pt modelId="{8A432571-5D0D-4ABB-B3B6-A4D0BDA16AAB}">
      <dgm:prSet phldrT="[Text]" phldr="0"/>
      <dgm:spPr/>
      <dgm:t>
        <a:bodyPr/>
        <a:lstStyle/>
        <a:p>
          <a:r>
            <a:rPr lang="en-US" dirty="0"/>
            <a:t>Text Extraction</a:t>
          </a:r>
        </a:p>
      </dgm:t>
    </dgm:pt>
    <dgm:pt modelId="{46F48E21-0011-4A96-95E0-5DDE5E98B5BD}" type="parTrans" cxnId="{3F7EE857-3609-4AF1-94D8-52ADBD97E9BE}">
      <dgm:prSet/>
      <dgm:spPr/>
      <dgm:t>
        <a:bodyPr/>
        <a:lstStyle/>
        <a:p>
          <a:endParaRPr lang="en-US"/>
        </a:p>
      </dgm:t>
    </dgm:pt>
    <dgm:pt modelId="{47ABCBBC-7B30-471E-B0C1-7F1346448DA0}" type="sibTrans" cxnId="{3F7EE857-3609-4AF1-94D8-52ADBD97E9BE}">
      <dgm:prSet/>
      <dgm:spPr/>
      <dgm:t>
        <a:bodyPr/>
        <a:lstStyle/>
        <a:p>
          <a:endParaRPr lang="en-US"/>
        </a:p>
      </dgm:t>
    </dgm:pt>
    <dgm:pt modelId="{E31F85AE-9900-4B33-8795-C4BDD9992D37}">
      <dgm:prSet phldrT="[Text]" phldr="0"/>
      <dgm:spPr/>
      <dgm:t>
        <a:bodyPr/>
        <a:lstStyle/>
        <a:p>
          <a:r>
            <a:rPr lang="en-US" b="0" dirty="0"/>
            <a:t>Automated Data Validation </a:t>
          </a:r>
        </a:p>
      </dgm:t>
    </dgm:pt>
    <dgm:pt modelId="{0C8B751F-9D28-470A-8981-BA199147F3A2}" type="parTrans" cxnId="{B1BDAA06-23C0-41ED-8E2A-C6273BD5B261}">
      <dgm:prSet/>
      <dgm:spPr/>
      <dgm:t>
        <a:bodyPr/>
        <a:lstStyle/>
        <a:p>
          <a:endParaRPr lang="en-US"/>
        </a:p>
      </dgm:t>
    </dgm:pt>
    <dgm:pt modelId="{7A3A9320-03D3-488C-80E0-88C54931D224}" type="sibTrans" cxnId="{B1BDAA06-23C0-41ED-8E2A-C6273BD5B261}">
      <dgm:prSet/>
      <dgm:spPr/>
      <dgm:t>
        <a:bodyPr/>
        <a:lstStyle/>
        <a:p>
          <a:endParaRPr lang="en-US"/>
        </a:p>
      </dgm:t>
    </dgm:pt>
    <dgm:pt modelId="{5BD43885-7B1B-4E7E-98C3-7DEE4D6D879A}">
      <dgm:prSet phldrT="[Text]" phldr="0"/>
      <dgm:spPr/>
      <dgm:t>
        <a:bodyPr/>
        <a:lstStyle/>
        <a:p>
          <a:r>
            <a:rPr lang="en-US" dirty="0"/>
            <a:t>Schema-Guided Analysis</a:t>
          </a:r>
        </a:p>
      </dgm:t>
    </dgm:pt>
    <dgm:pt modelId="{DFA474DC-B90E-44A2-8390-B0CF7C2F50F9}" type="parTrans" cxnId="{F68C492D-3344-47A8-BEDC-7E3C27746903}">
      <dgm:prSet/>
      <dgm:spPr/>
      <dgm:t>
        <a:bodyPr/>
        <a:lstStyle/>
        <a:p>
          <a:endParaRPr lang="en-US"/>
        </a:p>
      </dgm:t>
    </dgm:pt>
    <dgm:pt modelId="{00DCE0FF-A90E-45D1-9A55-9E6AD7A159C6}" type="sibTrans" cxnId="{F68C492D-3344-47A8-BEDC-7E3C27746903}">
      <dgm:prSet/>
      <dgm:spPr/>
      <dgm:t>
        <a:bodyPr/>
        <a:lstStyle/>
        <a:p>
          <a:endParaRPr lang="en-US"/>
        </a:p>
      </dgm:t>
    </dgm:pt>
    <dgm:pt modelId="{B0794B73-E92F-4590-AF19-7AA43049C233}">
      <dgm:prSet phldrT="[Text]" phldr="0"/>
      <dgm:spPr/>
      <dgm:t>
        <a:bodyPr/>
        <a:lstStyle/>
        <a:p>
          <a:r>
            <a:rPr lang="en-US" dirty="0"/>
            <a:t>Knowledge Graph Generation</a:t>
          </a:r>
        </a:p>
      </dgm:t>
    </dgm:pt>
    <dgm:pt modelId="{B1CC8374-53D1-4528-A2E4-E3FA0FEDB4C4}" type="parTrans" cxnId="{E215FEFC-D704-4C85-BB69-E0DF22EB43D1}">
      <dgm:prSet/>
      <dgm:spPr/>
      <dgm:t>
        <a:bodyPr/>
        <a:lstStyle/>
        <a:p>
          <a:endParaRPr lang="en-US"/>
        </a:p>
      </dgm:t>
    </dgm:pt>
    <dgm:pt modelId="{7717A7A6-1833-4C59-9065-9C8F49608C09}" type="sibTrans" cxnId="{E215FEFC-D704-4C85-BB69-E0DF22EB43D1}">
      <dgm:prSet/>
      <dgm:spPr/>
      <dgm:t>
        <a:bodyPr/>
        <a:lstStyle/>
        <a:p>
          <a:endParaRPr lang="en-US"/>
        </a:p>
      </dgm:t>
    </dgm:pt>
    <dgm:pt modelId="{31E5D7DF-6CA9-844D-AD64-6231B98C7177}">
      <dgm:prSet/>
      <dgm:spPr/>
      <dgm:t>
        <a:bodyPr/>
        <a:lstStyle/>
        <a:p>
          <a:r>
            <a:rPr lang="en-US" dirty="0"/>
            <a:t>Entity Resolution</a:t>
          </a:r>
        </a:p>
      </dgm:t>
    </dgm:pt>
    <dgm:pt modelId="{B83784CC-AAD3-4247-A63F-9E2F6D7612BE}" type="parTrans" cxnId="{4D131F82-90BB-D647-A462-23E672B259B3}">
      <dgm:prSet/>
      <dgm:spPr/>
      <dgm:t>
        <a:bodyPr/>
        <a:lstStyle/>
        <a:p>
          <a:endParaRPr lang="en-US"/>
        </a:p>
      </dgm:t>
    </dgm:pt>
    <dgm:pt modelId="{6A50CAE3-1401-6F48-9D30-693AE716926E}" type="sibTrans" cxnId="{4D131F82-90BB-D647-A462-23E672B259B3}">
      <dgm:prSet/>
      <dgm:spPr/>
      <dgm:t>
        <a:bodyPr/>
        <a:lstStyle/>
        <a:p>
          <a:endParaRPr lang="en-US"/>
        </a:p>
      </dgm:t>
    </dgm:pt>
    <dgm:pt modelId="{99311874-7748-8647-93B5-2B99277CE4EE}" type="pres">
      <dgm:prSet presAssocID="{7D1C63AF-61CF-4189-861F-588A285EFAD1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5A3B6505-5448-9848-9CF4-32B59F95D9AE}" type="pres">
      <dgm:prSet presAssocID="{EE8BD881-A261-4CD3-9FD4-CC630974A44A}" presName="centerShape" presStyleLbl="node0" presStyleIdx="0" presStyleCnt="1"/>
      <dgm:spPr/>
    </dgm:pt>
    <dgm:pt modelId="{C01E5173-3F7A-3348-85BB-F2C68ED23B82}" type="pres">
      <dgm:prSet presAssocID="{8A432571-5D0D-4ABB-B3B6-A4D0BDA16AAB}" presName="node" presStyleLbl="node1" presStyleIdx="0" presStyleCnt="5">
        <dgm:presLayoutVars>
          <dgm:bulletEnabled val="1"/>
        </dgm:presLayoutVars>
      </dgm:prSet>
      <dgm:spPr/>
    </dgm:pt>
    <dgm:pt modelId="{9708D3E3-C242-F64A-9DA8-CBBEFAB504B7}" type="pres">
      <dgm:prSet presAssocID="{8A432571-5D0D-4ABB-B3B6-A4D0BDA16AAB}" presName="dummy" presStyleCnt="0"/>
      <dgm:spPr/>
    </dgm:pt>
    <dgm:pt modelId="{21DA4A7C-0149-134B-A472-996A2DE216A3}" type="pres">
      <dgm:prSet presAssocID="{47ABCBBC-7B30-471E-B0C1-7F1346448DA0}" presName="sibTrans" presStyleLbl="sibTrans2D1" presStyleIdx="0" presStyleCnt="5"/>
      <dgm:spPr/>
    </dgm:pt>
    <dgm:pt modelId="{01795EF3-FC6D-914B-9208-326C5F4A100B}" type="pres">
      <dgm:prSet presAssocID="{5BD43885-7B1B-4E7E-98C3-7DEE4D6D879A}" presName="node" presStyleLbl="node1" presStyleIdx="1" presStyleCnt="5">
        <dgm:presLayoutVars>
          <dgm:bulletEnabled val="1"/>
        </dgm:presLayoutVars>
      </dgm:prSet>
      <dgm:spPr/>
    </dgm:pt>
    <dgm:pt modelId="{D10C4FAA-D933-294A-A63D-8A41BF237A57}" type="pres">
      <dgm:prSet presAssocID="{5BD43885-7B1B-4E7E-98C3-7DEE4D6D879A}" presName="dummy" presStyleCnt="0"/>
      <dgm:spPr/>
    </dgm:pt>
    <dgm:pt modelId="{5D2227AD-6BBD-2349-96A3-3BBC40D90721}" type="pres">
      <dgm:prSet presAssocID="{00DCE0FF-A90E-45D1-9A55-9E6AD7A159C6}" presName="sibTrans" presStyleLbl="sibTrans2D1" presStyleIdx="1" presStyleCnt="5"/>
      <dgm:spPr/>
    </dgm:pt>
    <dgm:pt modelId="{474C2B3D-6A95-0446-A4E2-4CA7E1D775EE}" type="pres">
      <dgm:prSet presAssocID="{31E5D7DF-6CA9-844D-AD64-6231B98C7177}" presName="node" presStyleLbl="node1" presStyleIdx="2" presStyleCnt="5">
        <dgm:presLayoutVars>
          <dgm:bulletEnabled val="1"/>
        </dgm:presLayoutVars>
      </dgm:prSet>
      <dgm:spPr/>
    </dgm:pt>
    <dgm:pt modelId="{97FF6E39-9084-A043-BA0F-13E2C570CD04}" type="pres">
      <dgm:prSet presAssocID="{31E5D7DF-6CA9-844D-AD64-6231B98C7177}" presName="dummy" presStyleCnt="0"/>
      <dgm:spPr/>
    </dgm:pt>
    <dgm:pt modelId="{D207E345-D24F-5A42-946D-9AAF0C07ED37}" type="pres">
      <dgm:prSet presAssocID="{6A50CAE3-1401-6F48-9D30-693AE716926E}" presName="sibTrans" presStyleLbl="sibTrans2D1" presStyleIdx="2" presStyleCnt="5"/>
      <dgm:spPr/>
    </dgm:pt>
    <dgm:pt modelId="{74C75261-A8DC-D246-B576-9F9074D4A2DE}" type="pres">
      <dgm:prSet presAssocID="{E31F85AE-9900-4B33-8795-C4BDD9992D37}" presName="node" presStyleLbl="node1" presStyleIdx="3" presStyleCnt="5">
        <dgm:presLayoutVars>
          <dgm:bulletEnabled val="1"/>
        </dgm:presLayoutVars>
      </dgm:prSet>
      <dgm:spPr/>
    </dgm:pt>
    <dgm:pt modelId="{9265C406-FCE3-F445-93DA-6DA16CDBA5CD}" type="pres">
      <dgm:prSet presAssocID="{E31F85AE-9900-4B33-8795-C4BDD9992D37}" presName="dummy" presStyleCnt="0"/>
      <dgm:spPr/>
    </dgm:pt>
    <dgm:pt modelId="{988C40BF-096C-6E45-B70A-D5457BF568A5}" type="pres">
      <dgm:prSet presAssocID="{7A3A9320-03D3-488C-80E0-88C54931D224}" presName="sibTrans" presStyleLbl="sibTrans2D1" presStyleIdx="3" presStyleCnt="5"/>
      <dgm:spPr/>
    </dgm:pt>
    <dgm:pt modelId="{0ACD590A-A7C1-3C4D-B37B-2E7E384B498B}" type="pres">
      <dgm:prSet presAssocID="{B0794B73-E92F-4590-AF19-7AA43049C233}" presName="node" presStyleLbl="node1" presStyleIdx="4" presStyleCnt="5">
        <dgm:presLayoutVars>
          <dgm:bulletEnabled val="1"/>
        </dgm:presLayoutVars>
      </dgm:prSet>
      <dgm:spPr/>
    </dgm:pt>
    <dgm:pt modelId="{690C771B-7F47-C34F-B873-F23D87AF0D3C}" type="pres">
      <dgm:prSet presAssocID="{B0794B73-E92F-4590-AF19-7AA43049C233}" presName="dummy" presStyleCnt="0"/>
      <dgm:spPr/>
    </dgm:pt>
    <dgm:pt modelId="{5F7C5CF3-A010-8B45-AFFC-26EF7A631F39}" type="pres">
      <dgm:prSet presAssocID="{7717A7A6-1833-4C59-9065-9C8F49608C09}" presName="sibTrans" presStyleLbl="sibTrans2D1" presStyleIdx="4" presStyleCnt="5"/>
      <dgm:spPr/>
    </dgm:pt>
  </dgm:ptLst>
  <dgm:cxnLst>
    <dgm:cxn modelId="{B1BDAA06-23C0-41ED-8E2A-C6273BD5B261}" srcId="{EE8BD881-A261-4CD3-9FD4-CC630974A44A}" destId="{E31F85AE-9900-4B33-8795-C4BDD9992D37}" srcOrd="3" destOrd="0" parTransId="{0C8B751F-9D28-470A-8981-BA199147F3A2}" sibTransId="{7A3A9320-03D3-488C-80E0-88C54931D224}"/>
    <dgm:cxn modelId="{F68C492D-3344-47A8-BEDC-7E3C27746903}" srcId="{EE8BD881-A261-4CD3-9FD4-CC630974A44A}" destId="{5BD43885-7B1B-4E7E-98C3-7DEE4D6D879A}" srcOrd="1" destOrd="0" parTransId="{DFA474DC-B90E-44A2-8390-B0CF7C2F50F9}" sibTransId="{00DCE0FF-A90E-45D1-9A55-9E6AD7A159C6}"/>
    <dgm:cxn modelId="{3061E63F-12DB-6E4A-9260-490310F6E802}" type="presOf" srcId="{00DCE0FF-A90E-45D1-9A55-9E6AD7A159C6}" destId="{5D2227AD-6BBD-2349-96A3-3BBC40D90721}" srcOrd="0" destOrd="0" presId="urn:microsoft.com/office/officeart/2005/8/layout/radial6"/>
    <dgm:cxn modelId="{3F7EE857-3609-4AF1-94D8-52ADBD97E9BE}" srcId="{EE8BD881-A261-4CD3-9FD4-CC630974A44A}" destId="{8A432571-5D0D-4ABB-B3B6-A4D0BDA16AAB}" srcOrd="0" destOrd="0" parTransId="{46F48E21-0011-4A96-95E0-5DDE5E98B5BD}" sibTransId="{47ABCBBC-7B30-471E-B0C1-7F1346448DA0}"/>
    <dgm:cxn modelId="{56423361-958D-194E-BE6E-E2E2750565B1}" type="presOf" srcId="{EE8BD881-A261-4CD3-9FD4-CC630974A44A}" destId="{5A3B6505-5448-9848-9CF4-32B59F95D9AE}" srcOrd="0" destOrd="0" presId="urn:microsoft.com/office/officeart/2005/8/layout/radial6"/>
    <dgm:cxn modelId="{4958E368-9D00-6946-9E5E-E464236C596F}" type="presOf" srcId="{E31F85AE-9900-4B33-8795-C4BDD9992D37}" destId="{74C75261-A8DC-D246-B576-9F9074D4A2DE}" srcOrd="0" destOrd="0" presId="urn:microsoft.com/office/officeart/2005/8/layout/radial6"/>
    <dgm:cxn modelId="{A6F15576-7A48-9045-85DE-DA99D74D9485}" type="presOf" srcId="{47ABCBBC-7B30-471E-B0C1-7F1346448DA0}" destId="{21DA4A7C-0149-134B-A472-996A2DE216A3}" srcOrd="0" destOrd="0" presId="urn:microsoft.com/office/officeart/2005/8/layout/radial6"/>
    <dgm:cxn modelId="{ABD1E378-A84B-BC4C-8371-7A6C2A613B31}" type="presOf" srcId="{31E5D7DF-6CA9-844D-AD64-6231B98C7177}" destId="{474C2B3D-6A95-0446-A4E2-4CA7E1D775EE}" srcOrd="0" destOrd="0" presId="urn:microsoft.com/office/officeart/2005/8/layout/radial6"/>
    <dgm:cxn modelId="{4D131F82-90BB-D647-A462-23E672B259B3}" srcId="{EE8BD881-A261-4CD3-9FD4-CC630974A44A}" destId="{31E5D7DF-6CA9-844D-AD64-6231B98C7177}" srcOrd="2" destOrd="0" parTransId="{B83784CC-AAD3-4247-A63F-9E2F6D7612BE}" sibTransId="{6A50CAE3-1401-6F48-9D30-693AE716926E}"/>
    <dgm:cxn modelId="{65AE6A83-FE71-7247-AF94-14DA4819E1E8}" type="presOf" srcId="{8A432571-5D0D-4ABB-B3B6-A4D0BDA16AAB}" destId="{C01E5173-3F7A-3348-85BB-F2C68ED23B82}" srcOrd="0" destOrd="0" presId="urn:microsoft.com/office/officeart/2005/8/layout/radial6"/>
    <dgm:cxn modelId="{10D244A0-5AAB-B74E-9E45-C0FEF44D765C}" type="presOf" srcId="{B0794B73-E92F-4590-AF19-7AA43049C233}" destId="{0ACD590A-A7C1-3C4D-B37B-2E7E384B498B}" srcOrd="0" destOrd="0" presId="urn:microsoft.com/office/officeart/2005/8/layout/radial6"/>
    <dgm:cxn modelId="{1D6965C4-CC97-B64C-81EB-50D5F5C3F61C}" type="presOf" srcId="{7A3A9320-03D3-488C-80E0-88C54931D224}" destId="{988C40BF-096C-6E45-B70A-D5457BF568A5}" srcOrd="0" destOrd="0" presId="urn:microsoft.com/office/officeart/2005/8/layout/radial6"/>
    <dgm:cxn modelId="{C8C291CB-124D-314B-AFA2-28652CB0D22C}" type="presOf" srcId="{7717A7A6-1833-4C59-9065-9C8F49608C09}" destId="{5F7C5CF3-A010-8B45-AFFC-26EF7A631F39}" srcOrd="0" destOrd="0" presId="urn:microsoft.com/office/officeart/2005/8/layout/radial6"/>
    <dgm:cxn modelId="{2A38F9CE-4990-1640-BDC3-031AF96889C6}" type="presOf" srcId="{7D1C63AF-61CF-4189-861F-588A285EFAD1}" destId="{99311874-7748-8647-93B5-2B99277CE4EE}" srcOrd="0" destOrd="0" presId="urn:microsoft.com/office/officeart/2005/8/layout/radial6"/>
    <dgm:cxn modelId="{650736E4-5655-496B-BC4C-89330D0BBA9E}" srcId="{7D1C63AF-61CF-4189-861F-588A285EFAD1}" destId="{EE8BD881-A261-4CD3-9FD4-CC630974A44A}" srcOrd="0" destOrd="0" parTransId="{52C6FB84-F20B-4152-BD79-37534AEE2629}" sibTransId="{9E0D6BC1-2ADB-49E3-87E6-C1E727FE142B}"/>
    <dgm:cxn modelId="{20C0D1F5-9B00-0A45-AA20-79F47482E58C}" type="presOf" srcId="{6A50CAE3-1401-6F48-9D30-693AE716926E}" destId="{D207E345-D24F-5A42-946D-9AAF0C07ED37}" srcOrd="0" destOrd="0" presId="urn:microsoft.com/office/officeart/2005/8/layout/radial6"/>
    <dgm:cxn modelId="{E215FEFC-D704-4C85-BB69-E0DF22EB43D1}" srcId="{EE8BD881-A261-4CD3-9FD4-CC630974A44A}" destId="{B0794B73-E92F-4590-AF19-7AA43049C233}" srcOrd="4" destOrd="0" parTransId="{B1CC8374-53D1-4528-A2E4-E3FA0FEDB4C4}" sibTransId="{7717A7A6-1833-4C59-9065-9C8F49608C09}"/>
    <dgm:cxn modelId="{467998FD-7471-3341-A7BE-E9318C3B7AFB}" type="presOf" srcId="{5BD43885-7B1B-4E7E-98C3-7DEE4D6D879A}" destId="{01795EF3-FC6D-914B-9208-326C5F4A100B}" srcOrd="0" destOrd="0" presId="urn:microsoft.com/office/officeart/2005/8/layout/radial6"/>
    <dgm:cxn modelId="{7693CA1B-9016-CD41-935A-B43E927999A1}" type="presParOf" srcId="{99311874-7748-8647-93B5-2B99277CE4EE}" destId="{5A3B6505-5448-9848-9CF4-32B59F95D9AE}" srcOrd="0" destOrd="0" presId="urn:microsoft.com/office/officeart/2005/8/layout/radial6"/>
    <dgm:cxn modelId="{9B22AB1C-D2F3-254B-A06B-D5C7272DEEE6}" type="presParOf" srcId="{99311874-7748-8647-93B5-2B99277CE4EE}" destId="{C01E5173-3F7A-3348-85BB-F2C68ED23B82}" srcOrd="1" destOrd="0" presId="urn:microsoft.com/office/officeart/2005/8/layout/radial6"/>
    <dgm:cxn modelId="{AF95102E-F53C-6841-B458-D8563DC657FB}" type="presParOf" srcId="{99311874-7748-8647-93B5-2B99277CE4EE}" destId="{9708D3E3-C242-F64A-9DA8-CBBEFAB504B7}" srcOrd="2" destOrd="0" presId="urn:microsoft.com/office/officeart/2005/8/layout/radial6"/>
    <dgm:cxn modelId="{25666C9C-DFB0-344C-B359-E64ECF05A92F}" type="presParOf" srcId="{99311874-7748-8647-93B5-2B99277CE4EE}" destId="{21DA4A7C-0149-134B-A472-996A2DE216A3}" srcOrd="3" destOrd="0" presId="urn:microsoft.com/office/officeart/2005/8/layout/radial6"/>
    <dgm:cxn modelId="{ECB92EC3-C346-8D4C-BD63-647F305D6FBF}" type="presParOf" srcId="{99311874-7748-8647-93B5-2B99277CE4EE}" destId="{01795EF3-FC6D-914B-9208-326C5F4A100B}" srcOrd="4" destOrd="0" presId="urn:microsoft.com/office/officeart/2005/8/layout/radial6"/>
    <dgm:cxn modelId="{A55BF55C-5BDA-B94D-879A-3840EC2291AA}" type="presParOf" srcId="{99311874-7748-8647-93B5-2B99277CE4EE}" destId="{D10C4FAA-D933-294A-A63D-8A41BF237A57}" srcOrd="5" destOrd="0" presId="urn:microsoft.com/office/officeart/2005/8/layout/radial6"/>
    <dgm:cxn modelId="{282BC89E-15D5-5946-B605-4942EDE9B302}" type="presParOf" srcId="{99311874-7748-8647-93B5-2B99277CE4EE}" destId="{5D2227AD-6BBD-2349-96A3-3BBC40D90721}" srcOrd="6" destOrd="0" presId="urn:microsoft.com/office/officeart/2005/8/layout/radial6"/>
    <dgm:cxn modelId="{79BBE25A-C3FC-6847-8164-A55D34B4F3C8}" type="presParOf" srcId="{99311874-7748-8647-93B5-2B99277CE4EE}" destId="{474C2B3D-6A95-0446-A4E2-4CA7E1D775EE}" srcOrd="7" destOrd="0" presId="urn:microsoft.com/office/officeart/2005/8/layout/radial6"/>
    <dgm:cxn modelId="{F4F662D9-28A4-024B-BF76-3F565ED12023}" type="presParOf" srcId="{99311874-7748-8647-93B5-2B99277CE4EE}" destId="{97FF6E39-9084-A043-BA0F-13E2C570CD04}" srcOrd="8" destOrd="0" presId="urn:microsoft.com/office/officeart/2005/8/layout/radial6"/>
    <dgm:cxn modelId="{942FFB02-EEAD-4147-BD37-413C4BEAEF72}" type="presParOf" srcId="{99311874-7748-8647-93B5-2B99277CE4EE}" destId="{D207E345-D24F-5A42-946D-9AAF0C07ED37}" srcOrd="9" destOrd="0" presId="urn:microsoft.com/office/officeart/2005/8/layout/radial6"/>
    <dgm:cxn modelId="{0708EEC0-4F56-B940-8FC3-6EF0909CF98D}" type="presParOf" srcId="{99311874-7748-8647-93B5-2B99277CE4EE}" destId="{74C75261-A8DC-D246-B576-9F9074D4A2DE}" srcOrd="10" destOrd="0" presId="urn:microsoft.com/office/officeart/2005/8/layout/radial6"/>
    <dgm:cxn modelId="{1083A2CD-D4A2-CD4F-AEDF-BB20B586C89E}" type="presParOf" srcId="{99311874-7748-8647-93B5-2B99277CE4EE}" destId="{9265C406-FCE3-F445-93DA-6DA16CDBA5CD}" srcOrd="11" destOrd="0" presId="urn:microsoft.com/office/officeart/2005/8/layout/radial6"/>
    <dgm:cxn modelId="{239FA77A-8308-AD4C-B355-B0217E1CCCC8}" type="presParOf" srcId="{99311874-7748-8647-93B5-2B99277CE4EE}" destId="{988C40BF-096C-6E45-B70A-D5457BF568A5}" srcOrd="12" destOrd="0" presId="urn:microsoft.com/office/officeart/2005/8/layout/radial6"/>
    <dgm:cxn modelId="{CCDA6D8F-4D69-1D4D-B76B-53F0ED732DA1}" type="presParOf" srcId="{99311874-7748-8647-93B5-2B99277CE4EE}" destId="{0ACD590A-A7C1-3C4D-B37B-2E7E384B498B}" srcOrd="13" destOrd="0" presId="urn:microsoft.com/office/officeart/2005/8/layout/radial6"/>
    <dgm:cxn modelId="{2E327BF2-3C68-6D4B-99B5-ACE879A4DC17}" type="presParOf" srcId="{99311874-7748-8647-93B5-2B99277CE4EE}" destId="{690C771B-7F47-C34F-B873-F23D87AF0D3C}" srcOrd="14" destOrd="0" presId="urn:microsoft.com/office/officeart/2005/8/layout/radial6"/>
    <dgm:cxn modelId="{D0CFB8D8-BD7A-744C-94E5-A386B8D6F3CA}" type="presParOf" srcId="{99311874-7748-8647-93B5-2B99277CE4EE}" destId="{5F7C5CF3-A010-8B45-AFFC-26EF7A631F39}" srcOrd="15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38AE920-24BB-F24C-A21F-D6EA4283B2EB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C9713BEC-8319-A946-A3EF-5093A69E59DF}">
      <dgm:prSet phldrT="[Text]"/>
      <dgm:spPr/>
      <dgm:t>
        <a:bodyPr/>
        <a:lstStyle/>
        <a:p>
          <a:pPr>
            <a:defRPr b="1"/>
          </a:pPr>
          <a:r>
            <a:rPr lang="en-US"/>
            <a:t>Model</a:t>
          </a:r>
        </a:p>
      </dgm:t>
    </dgm:pt>
    <dgm:pt modelId="{2533E314-1AA1-3B48-8C95-275E22E87CC6}" type="parTrans" cxnId="{B045D90B-626A-7E45-A736-9063B58DED78}">
      <dgm:prSet/>
      <dgm:spPr/>
      <dgm:t>
        <a:bodyPr/>
        <a:lstStyle/>
        <a:p>
          <a:endParaRPr lang="en-US"/>
        </a:p>
      </dgm:t>
    </dgm:pt>
    <dgm:pt modelId="{45758855-37C0-AC44-BF35-DF04A5C1298D}" type="sibTrans" cxnId="{B045D90B-626A-7E45-A736-9063B58DED78}">
      <dgm:prSet/>
      <dgm:spPr/>
      <dgm:t>
        <a:bodyPr/>
        <a:lstStyle/>
        <a:p>
          <a:endParaRPr lang="en-US"/>
        </a:p>
      </dgm:t>
    </dgm:pt>
    <dgm:pt modelId="{4E874513-9CEE-4249-85B8-A5EEEDD85627}">
      <dgm:prSet phldrT="[Text]"/>
      <dgm:spPr/>
      <dgm:t>
        <a:bodyPr/>
        <a:lstStyle/>
        <a:p>
          <a:pPr>
            <a:defRPr b="1"/>
          </a:pPr>
          <a:r>
            <a:rPr lang="en-US"/>
            <a:t>Instructions</a:t>
          </a:r>
        </a:p>
      </dgm:t>
    </dgm:pt>
    <dgm:pt modelId="{F818CF8A-BCD1-4542-A5FE-795ABA5787CC}" type="parTrans" cxnId="{023A944B-1533-4344-B4D1-5EA2CFB49C43}">
      <dgm:prSet/>
      <dgm:spPr/>
      <dgm:t>
        <a:bodyPr/>
        <a:lstStyle/>
        <a:p>
          <a:endParaRPr lang="en-US"/>
        </a:p>
      </dgm:t>
    </dgm:pt>
    <dgm:pt modelId="{F8AF331C-8548-7144-8E38-4CFDCD1204DA}" type="sibTrans" cxnId="{023A944B-1533-4344-B4D1-5EA2CFB49C43}">
      <dgm:prSet/>
      <dgm:spPr/>
      <dgm:t>
        <a:bodyPr/>
        <a:lstStyle/>
        <a:p>
          <a:endParaRPr lang="en-US"/>
        </a:p>
      </dgm:t>
    </dgm:pt>
    <dgm:pt modelId="{26661374-FD4A-BD47-861E-1F3A82B3A71C}">
      <dgm:prSet phldrT="[Text]"/>
      <dgm:spPr/>
      <dgm:t>
        <a:bodyPr/>
        <a:lstStyle/>
        <a:p>
          <a:pPr>
            <a:defRPr b="1"/>
          </a:pPr>
          <a:r>
            <a:rPr lang="en-US"/>
            <a:t>Predefined schema</a:t>
          </a:r>
        </a:p>
      </dgm:t>
    </dgm:pt>
    <dgm:pt modelId="{49F75EF5-DDA4-1041-96F6-2FBD530D5A49}" type="parTrans" cxnId="{C1A8A413-0C70-2547-8E4C-B406974AD3CE}">
      <dgm:prSet/>
      <dgm:spPr/>
      <dgm:t>
        <a:bodyPr/>
        <a:lstStyle/>
        <a:p>
          <a:endParaRPr lang="en-US"/>
        </a:p>
      </dgm:t>
    </dgm:pt>
    <dgm:pt modelId="{8B0808CA-4C5C-3F40-8CEE-6DDF0B0807D5}" type="sibTrans" cxnId="{C1A8A413-0C70-2547-8E4C-B406974AD3CE}">
      <dgm:prSet/>
      <dgm:spPr/>
      <dgm:t>
        <a:bodyPr/>
        <a:lstStyle/>
        <a:p>
          <a:endParaRPr lang="en-US"/>
        </a:p>
      </dgm:t>
    </dgm:pt>
    <dgm:pt modelId="{E01DB452-2EA6-8E4E-8B61-EF807BC301D4}">
      <dgm:prSet phldrT="[Text]"/>
      <dgm:spPr/>
      <dgm:t>
        <a:bodyPr/>
        <a:lstStyle/>
        <a:p>
          <a:r>
            <a:rPr lang="en-US"/>
            <a:t>Complex reasoning and ambiguous documents.</a:t>
          </a:r>
        </a:p>
      </dgm:t>
    </dgm:pt>
    <dgm:pt modelId="{E6925B38-4F06-4041-971D-0D24FAD6F811}" type="parTrans" cxnId="{9D2615F1-1B5F-A446-8C4F-013E752DC35C}">
      <dgm:prSet/>
      <dgm:spPr/>
      <dgm:t>
        <a:bodyPr/>
        <a:lstStyle/>
        <a:p>
          <a:endParaRPr lang="en-US"/>
        </a:p>
      </dgm:t>
    </dgm:pt>
    <dgm:pt modelId="{1049D21B-CCBC-6C4A-B8DF-D80152C34199}" type="sibTrans" cxnId="{9D2615F1-1B5F-A446-8C4F-013E752DC35C}">
      <dgm:prSet/>
      <dgm:spPr/>
      <dgm:t>
        <a:bodyPr/>
        <a:lstStyle/>
        <a:p>
          <a:endParaRPr lang="en-US"/>
        </a:p>
      </dgm:t>
    </dgm:pt>
    <dgm:pt modelId="{DC09F31D-4820-1C42-A9E4-8C6D3EE4025D}">
      <dgm:prSet phldrT="[Text]"/>
      <dgm:spPr/>
      <dgm:t>
        <a:bodyPr/>
        <a:lstStyle/>
        <a:p>
          <a:r>
            <a:rPr lang="en-US"/>
            <a:t>Fast extraction and classification.</a:t>
          </a:r>
        </a:p>
      </dgm:t>
    </dgm:pt>
    <dgm:pt modelId="{163E4F09-91EE-2844-A3C9-D07A1C9B5450}" type="parTrans" cxnId="{997EE32F-568E-424F-8835-C092C8A50010}">
      <dgm:prSet/>
      <dgm:spPr/>
      <dgm:t>
        <a:bodyPr/>
        <a:lstStyle/>
        <a:p>
          <a:endParaRPr lang="en-US"/>
        </a:p>
      </dgm:t>
    </dgm:pt>
    <dgm:pt modelId="{FF9553DB-007E-BF44-94A4-69C7605BD89C}" type="sibTrans" cxnId="{997EE32F-568E-424F-8835-C092C8A50010}">
      <dgm:prSet/>
      <dgm:spPr/>
      <dgm:t>
        <a:bodyPr/>
        <a:lstStyle/>
        <a:p>
          <a:endParaRPr lang="en-US"/>
        </a:p>
      </dgm:t>
    </dgm:pt>
    <dgm:pt modelId="{667A73CE-B7C3-E844-9DEC-299C58F2BDDB}">
      <dgm:prSet phldrT="[Text]"/>
      <dgm:spPr/>
      <dgm:t>
        <a:bodyPr/>
        <a:lstStyle/>
        <a:p>
          <a:r>
            <a:rPr lang="en-US"/>
            <a:t>Cost and process-volume requirements.</a:t>
          </a:r>
        </a:p>
      </dgm:t>
    </dgm:pt>
    <dgm:pt modelId="{6AB0A8D4-FD45-9F45-890E-A2AEF127B2B9}" type="parTrans" cxnId="{CD1F725C-B5C4-B149-9D54-3D86F7A34E58}">
      <dgm:prSet/>
      <dgm:spPr/>
      <dgm:t>
        <a:bodyPr/>
        <a:lstStyle/>
        <a:p>
          <a:endParaRPr lang="en-US"/>
        </a:p>
      </dgm:t>
    </dgm:pt>
    <dgm:pt modelId="{520C0729-87A4-B84D-8BF5-E2E9602E5882}" type="sibTrans" cxnId="{CD1F725C-B5C4-B149-9D54-3D86F7A34E58}">
      <dgm:prSet/>
      <dgm:spPr/>
      <dgm:t>
        <a:bodyPr/>
        <a:lstStyle/>
        <a:p>
          <a:endParaRPr lang="en-US"/>
        </a:p>
      </dgm:t>
    </dgm:pt>
    <dgm:pt modelId="{2CE03810-717C-9147-96C3-3423F65BD9B2}">
      <dgm:prSet/>
      <dgm:spPr/>
      <dgm:t>
        <a:bodyPr/>
        <a:lstStyle/>
        <a:p>
          <a:r>
            <a:rPr lang="en-US"/>
            <a:t>Agent role and objectives.</a:t>
          </a:r>
        </a:p>
      </dgm:t>
    </dgm:pt>
    <dgm:pt modelId="{BAD05AC8-8E75-4B4B-BFAE-E0FF692A7560}" type="parTrans" cxnId="{C7BB5706-BB1A-8E45-9C8B-CE21C1D820B4}">
      <dgm:prSet/>
      <dgm:spPr/>
      <dgm:t>
        <a:bodyPr/>
        <a:lstStyle/>
        <a:p>
          <a:endParaRPr lang="en-US"/>
        </a:p>
      </dgm:t>
    </dgm:pt>
    <dgm:pt modelId="{3A78C205-407C-5442-AD75-534A5A1AAC38}" type="sibTrans" cxnId="{C7BB5706-BB1A-8E45-9C8B-CE21C1D820B4}">
      <dgm:prSet/>
      <dgm:spPr/>
      <dgm:t>
        <a:bodyPr/>
        <a:lstStyle/>
        <a:p>
          <a:endParaRPr lang="en-US"/>
        </a:p>
      </dgm:t>
    </dgm:pt>
    <dgm:pt modelId="{3B739DE1-9A6B-434F-BBEC-A6F49081B844}">
      <dgm:prSet/>
      <dgm:spPr/>
      <dgm:t>
        <a:bodyPr/>
        <a:lstStyle/>
        <a:p>
          <a:r>
            <a:rPr lang="en-US"/>
            <a:t>Research topics and target fields.</a:t>
          </a:r>
        </a:p>
      </dgm:t>
    </dgm:pt>
    <dgm:pt modelId="{78E5D5C6-87D0-C64F-B889-EFFB59595215}" type="parTrans" cxnId="{CECC6F11-C3E0-3D4C-8D04-42CAA0EB2E2A}">
      <dgm:prSet/>
      <dgm:spPr/>
      <dgm:t>
        <a:bodyPr/>
        <a:lstStyle/>
        <a:p>
          <a:endParaRPr lang="en-US"/>
        </a:p>
      </dgm:t>
    </dgm:pt>
    <dgm:pt modelId="{3DFBFCD3-6C4F-4D49-AF36-C2A7C5EF9007}" type="sibTrans" cxnId="{CECC6F11-C3E0-3D4C-8D04-42CAA0EB2E2A}">
      <dgm:prSet/>
      <dgm:spPr/>
      <dgm:t>
        <a:bodyPr/>
        <a:lstStyle/>
        <a:p>
          <a:endParaRPr lang="en-US"/>
        </a:p>
      </dgm:t>
    </dgm:pt>
    <dgm:pt modelId="{0F065500-7A92-5E49-A43B-8950A698F159}">
      <dgm:prSet/>
      <dgm:spPr/>
      <dgm:t>
        <a:bodyPr/>
        <a:lstStyle/>
        <a:p>
          <a:r>
            <a:rPr lang="en-US"/>
            <a:t>Field definitions and extraction rules.</a:t>
          </a:r>
        </a:p>
      </dgm:t>
    </dgm:pt>
    <dgm:pt modelId="{3775F385-25C8-A641-8595-FDEB5616009C}" type="parTrans" cxnId="{BBF3D7B3-0AFA-1546-A5BD-B5289FB0ED33}">
      <dgm:prSet/>
      <dgm:spPr/>
      <dgm:t>
        <a:bodyPr/>
        <a:lstStyle/>
        <a:p>
          <a:endParaRPr lang="en-US"/>
        </a:p>
      </dgm:t>
    </dgm:pt>
    <dgm:pt modelId="{92673E4E-C931-C446-AE47-D0719421CD92}" type="sibTrans" cxnId="{BBF3D7B3-0AFA-1546-A5BD-B5289FB0ED33}">
      <dgm:prSet/>
      <dgm:spPr/>
      <dgm:t>
        <a:bodyPr/>
        <a:lstStyle/>
        <a:p>
          <a:endParaRPr lang="en-US"/>
        </a:p>
      </dgm:t>
    </dgm:pt>
    <dgm:pt modelId="{4EAFD069-A2D0-3842-BF46-25D44A7697E4}">
      <dgm:prSet/>
      <dgm:spPr/>
      <dgm:t>
        <a:bodyPr/>
        <a:lstStyle/>
        <a:p>
          <a:r>
            <a:rPr lang="en-US"/>
            <a:t>Handling of missing or uncertain information.</a:t>
          </a:r>
        </a:p>
      </dgm:t>
    </dgm:pt>
    <dgm:pt modelId="{0CCAD4F3-94F3-1041-9F09-CE530C4DE0A0}" type="parTrans" cxnId="{4C608D85-C8BA-6047-9DF0-1EB88064D462}">
      <dgm:prSet/>
      <dgm:spPr/>
      <dgm:t>
        <a:bodyPr/>
        <a:lstStyle/>
        <a:p>
          <a:endParaRPr lang="en-US"/>
        </a:p>
      </dgm:t>
    </dgm:pt>
    <dgm:pt modelId="{3B074269-2D7D-2848-AD3F-B4284473A46F}" type="sibTrans" cxnId="{4C608D85-C8BA-6047-9DF0-1EB88064D462}">
      <dgm:prSet/>
      <dgm:spPr/>
      <dgm:t>
        <a:bodyPr/>
        <a:lstStyle/>
        <a:p>
          <a:endParaRPr lang="en-US"/>
        </a:p>
      </dgm:t>
    </dgm:pt>
    <dgm:pt modelId="{87D5C025-F7FC-3441-B070-A4BAB544E341}">
      <dgm:prSet/>
      <dgm:spPr/>
      <dgm:t>
        <a:bodyPr/>
        <a:lstStyle/>
        <a:p>
          <a:r>
            <a:rPr lang="en-US"/>
            <a:t>Boundaries on what agent must not infer.</a:t>
          </a:r>
        </a:p>
      </dgm:t>
    </dgm:pt>
    <dgm:pt modelId="{9B56B284-2DAD-5143-A344-C761F0469C0C}" type="parTrans" cxnId="{B54A7F11-4894-A849-B2ED-14604F49A2AE}">
      <dgm:prSet/>
      <dgm:spPr/>
      <dgm:t>
        <a:bodyPr/>
        <a:lstStyle/>
        <a:p>
          <a:endParaRPr lang="en-US"/>
        </a:p>
      </dgm:t>
    </dgm:pt>
    <dgm:pt modelId="{B53DBB47-5288-1642-965C-2AF338BD4F86}" type="sibTrans" cxnId="{B54A7F11-4894-A849-B2ED-14604F49A2AE}">
      <dgm:prSet/>
      <dgm:spPr/>
      <dgm:t>
        <a:bodyPr/>
        <a:lstStyle/>
        <a:p>
          <a:endParaRPr lang="en-US"/>
        </a:p>
      </dgm:t>
    </dgm:pt>
    <dgm:pt modelId="{C3A4AB09-3A8F-0644-893C-E82F2B06FE2F}">
      <dgm:prSet/>
      <dgm:spPr/>
      <dgm:t>
        <a:bodyPr/>
        <a:lstStyle/>
        <a:p>
          <a:r>
            <a:rPr lang="en-US"/>
            <a:t>Field and nested objects.</a:t>
          </a:r>
        </a:p>
      </dgm:t>
    </dgm:pt>
    <dgm:pt modelId="{05F54E3B-5AAA-C446-BB6C-5007999D9F59}" type="parTrans" cxnId="{60487AB3-10E9-E441-B32C-5FBB86E04EF3}">
      <dgm:prSet/>
      <dgm:spPr/>
      <dgm:t>
        <a:bodyPr/>
        <a:lstStyle/>
        <a:p>
          <a:endParaRPr lang="en-US"/>
        </a:p>
      </dgm:t>
    </dgm:pt>
    <dgm:pt modelId="{ED0ED2A9-2602-6D42-BE4E-9861FDFB929B}" type="sibTrans" cxnId="{60487AB3-10E9-E441-B32C-5FBB86E04EF3}">
      <dgm:prSet/>
      <dgm:spPr/>
      <dgm:t>
        <a:bodyPr/>
        <a:lstStyle/>
        <a:p>
          <a:endParaRPr lang="en-US"/>
        </a:p>
      </dgm:t>
    </dgm:pt>
    <dgm:pt modelId="{2BD69C70-01DA-DE4A-B727-7DE355FD018A}">
      <dgm:prSet/>
      <dgm:spPr/>
      <dgm:t>
        <a:bodyPr/>
        <a:lstStyle/>
        <a:p>
          <a:r>
            <a:rPr lang="en-US"/>
            <a:t>Data types.</a:t>
          </a:r>
        </a:p>
      </dgm:t>
    </dgm:pt>
    <dgm:pt modelId="{9889C0F9-6CEC-D244-AB49-B4B8D149D150}" type="parTrans" cxnId="{C50ADC97-E466-594D-990E-B75AD329527C}">
      <dgm:prSet/>
      <dgm:spPr/>
      <dgm:t>
        <a:bodyPr/>
        <a:lstStyle/>
        <a:p>
          <a:endParaRPr lang="en-US"/>
        </a:p>
      </dgm:t>
    </dgm:pt>
    <dgm:pt modelId="{2C13E57C-4042-F54F-86C2-E377A3CE4D12}" type="sibTrans" cxnId="{C50ADC97-E466-594D-990E-B75AD329527C}">
      <dgm:prSet/>
      <dgm:spPr/>
      <dgm:t>
        <a:bodyPr/>
        <a:lstStyle/>
        <a:p>
          <a:endParaRPr lang="en-US"/>
        </a:p>
      </dgm:t>
    </dgm:pt>
    <dgm:pt modelId="{881E2117-8A8B-614A-B2D9-A914F96EECEC}">
      <dgm:prSet/>
      <dgm:spPr/>
      <dgm:t>
        <a:bodyPr/>
        <a:lstStyle/>
        <a:p>
          <a:r>
            <a:rPr lang="en-US"/>
            <a:t>Requirements and optional values.</a:t>
          </a:r>
        </a:p>
      </dgm:t>
    </dgm:pt>
    <dgm:pt modelId="{703BEAE9-012B-8B4D-9E0E-706DE6A1AFA6}" type="parTrans" cxnId="{2A44780F-92F9-944C-B39E-D5949410D889}">
      <dgm:prSet/>
      <dgm:spPr/>
      <dgm:t>
        <a:bodyPr/>
        <a:lstStyle/>
        <a:p>
          <a:endParaRPr lang="en-US"/>
        </a:p>
      </dgm:t>
    </dgm:pt>
    <dgm:pt modelId="{795BB066-635D-9641-A944-54E43030756E}" type="sibTrans" cxnId="{2A44780F-92F9-944C-B39E-D5949410D889}">
      <dgm:prSet/>
      <dgm:spPr/>
      <dgm:t>
        <a:bodyPr/>
        <a:lstStyle/>
        <a:p>
          <a:endParaRPr lang="en-US"/>
        </a:p>
      </dgm:t>
    </dgm:pt>
    <dgm:pt modelId="{703E054C-97B6-7E4F-BB3E-51F127577552}">
      <dgm:prSet/>
      <dgm:spPr/>
      <dgm:t>
        <a:bodyPr/>
        <a:lstStyle/>
        <a:p>
          <a:r>
            <a:rPr lang="en-US"/>
            <a:t>Structured, machine-readable output.</a:t>
          </a:r>
        </a:p>
      </dgm:t>
    </dgm:pt>
    <dgm:pt modelId="{5FDD5890-21D4-4A4B-AEE0-773B7740BB98}" type="parTrans" cxnId="{422757BB-F3D3-5049-BB2D-283E3EDFE731}">
      <dgm:prSet/>
      <dgm:spPr/>
      <dgm:t>
        <a:bodyPr/>
        <a:lstStyle/>
        <a:p>
          <a:endParaRPr lang="en-US"/>
        </a:p>
      </dgm:t>
    </dgm:pt>
    <dgm:pt modelId="{B592912C-E839-E648-B542-5B94A4099674}" type="sibTrans" cxnId="{422757BB-F3D3-5049-BB2D-283E3EDFE731}">
      <dgm:prSet/>
      <dgm:spPr/>
      <dgm:t>
        <a:bodyPr/>
        <a:lstStyle/>
        <a:p>
          <a:endParaRPr lang="en-US"/>
        </a:p>
      </dgm:t>
    </dgm:pt>
    <dgm:pt modelId="{926506A2-9824-F644-9A96-5A849B0E5B69}">
      <dgm:prSet/>
      <dgm:spPr/>
      <dgm:t>
        <a:bodyPr/>
        <a:lstStyle/>
        <a:p>
          <a:pPr>
            <a:defRPr b="1"/>
          </a:pPr>
          <a:r>
            <a:rPr lang="en-US"/>
            <a:t>Agent tools</a:t>
          </a:r>
        </a:p>
      </dgm:t>
    </dgm:pt>
    <dgm:pt modelId="{90297A42-0ADE-0140-B338-B38DA8ABF961}" type="parTrans" cxnId="{A0087856-4ED1-E842-83C1-107F64CF65DB}">
      <dgm:prSet/>
      <dgm:spPr/>
      <dgm:t>
        <a:bodyPr/>
        <a:lstStyle/>
        <a:p>
          <a:endParaRPr lang="en-US"/>
        </a:p>
      </dgm:t>
    </dgm:pt>
    <dgm:pt modelId="{934D2C06-71C8-4145-BA87-1574F66E8926}" type="sibTrans" cxnId="{A0087856-4ED1-E842-83C1-107F64CF65DB}">
      <dgm:prSet/>
      <dgm:spPr/>
      <dgm:t>
        <a:bodyPr/>
        <a:lstStyle/>
        <a:p>
          <a:endParaRPr lang="en-US"/>
        </a:p>
      </dgm:t>
    </dgm:pt>
    <dgm:pt modelId="{6A68C6CE-7BC9-BE46-9DF7-24C46003DD56}">
      <dgm:prSet/>
      <dgm:spPr/>
      <dgm:t>
        <a:bodyPr/>
        <a:lstStyle/>
        <a:p>
          <a:r>
            <a:rPr lang="en-US"/>
            <a:t>File or vector search –retrieve document passages.</a:t>
          </a:r>
        </a:p>
      </dgm:t>
    </dgm:pt>
    <dgm:pt modelId="{D8224538-11EE-954C-A8D5-79F6BCDE20C1}" type="parTrans" cxnId="{28DFCB47-602F-8B42-A610-EE7516A141EE}">
      <dgm:prSet/>
      <dgm:spPr/>
      <dgm:t>
        <a:bodyPr/>
        <a:lstStyle/>
        <a:p>
          <a:endParaRPr lang="en-US"/>
        </a:p>
      </dgm:t>
    </dgm:pt>
    <dgm:pt modelId="{DDA774A3-C15D-5940-8C3E-4DED180D48CE}" type="sibTrans" cxnId="{28DFCB47-602F-8B42-A610-EE7516A141EE}">
      <dgm:prSet/>
      <dgm:spPr/>
      <dgm:t>
        <a:bodyPr/>
        <a:lstStyle/>
        <a:p>
          <a:endParaRPr lang="en-US"/>
        </a:p>
      </dgm:t>
    </dgm:pt>
    <dgm:pt modelId="{F2BFD43E-0EF3-834D-95F9-10CF7FC4A413}">
      <dgm:prSet/>
      <dgm:spPr/>
      <dgm:t>
        <a:bodyPr/>
        <a:lstStyle/>
        <a:p>
          <a:r>
            <a:rPr lang="en-US"/>
            <a:t>Web search – obtain permitted external information.</a:t>
          </a:r>
        </a:p>
      </dgm:t>
    </dgm:pt>
    <dgm:pt modelId="{BFB86623-6F6B-B34C-AB5A-BF9D0B57CFFD}" type="parTrans" cxnId="{9655878E-4DB1-9947-B7FC-FF0C612CF4C7}">
      <dgm:prSet/>
      <dgm:spPr/>
      <dgm:t>
        <a:bodyPr/>
        <a:lstStyle/>
        <a:p>
          <a:endParaRPr lang="en-US"/>
        </a:p>
      </dgm:t>
    </dgm:pt>
    <dgm:pt modelId="{2121AC77-9EE0-6242-913D-89AFE9D26538}" type="sibTrans" cxnId="{9655878E-4DB1-9947-B7FC-FF0C612CF4C7}">
      <dgm:prSet/>
      <dgm:spPr/>
      <dgm:t>
        <a:bodyPr/>
        <a:lstStyle/>
        <a:p>
          <a:endParaRPr lang="en-US"/>
        </a:p>
      </dgm:t>
    </dgm:pt>
    <dgm:pt modelId="{F9CECEC4-2B67-B54E-8F4F-443D8C7534EF}">
      <dgm:prSet/>
      <dgm:spPr/>
      <dgm:t>
        <a:bodyPr/>
        <a:lstStyle/>
        <a:p>
          <a:r>
            <a:rPr lang="en-US"/>
            <a:t>MCP</a:t>
          </a:r>
        </a:p>
      </dgm:t>
    </dgm:pt>
    <dgm:pt modelId="{9431C896-7617-A140-BE77-73AD14D549D5}" type="parTrans" cxnId="{B4C3CDC5-2541-7D4C-9703-B13443F05A87}">
      <dgm:prSet/>
      <dgm:spPr/>
      <dgm:t>
        <a:bodyPr/>
        <a:lstStyle/>
        <a:p>
          <a:endParaRPr lang="en-US"/>
        </a:p>
      </dgm:t>
    </dgm:pt>
    <dgm:pt modelId="{20363F33-142C-4847-AC89-B775C86BC7F7}" type="sibTrans" cxnId="{B4C3CDC5-2541-7D4C-9703-B13443F05A87}">
      <dgm:prSet/>
      <dgm:spPr/>
      <dgm:t>
        <a:bodyPr/>
        <a:lstStyle/>
        <a:p>
          <a:endParaRPr lang="en-US"/>
        </a:p>
      </dgm:t>
    </dgm:pt>
    <dgm:pt modelId="{41128D75-726A-2A44-B6FA-88B140D48FF4}" type="pres">
      <dgm:prSet presAssocID="{238AE920-24BB-F24C-A21F-D6EA4283B2EB}" presName="Name0" presStyleCnt="0">
        <dgm:presLayoutVars>
          <dgm:dir/>
          <dgm:animLvl val="lvl"/>
          <dgm:resizeHandles val="exact"/>
        </dgm:presLayoutVars>
      </dgm:prSet>
      <dgm:spPr/>
    </dgm:pt>
    <dgm:pt modelId="{28089CFB-EB40-EA4F-AAE3-BCC2D9ED97DC}" type="pres">
      <dgm:prSet presAssocID="{C9713BEC-8319-A946-A3EF-5093A69E59DF}" presName="composite" presStyleCnt="0"/>
      <dgm:spPr/>
    </dgm:pt>
    <dgm:pt modelId="{953D2354-1E06-9A4A-9EFD-27DF6816E13E}" type="pres">
      <dgm:prSet presAssocID="{C9713BEC-8319-A946-A3EF-5093A69E59DF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AB1F30D2-E8A1-DF46-8B26-8E46FD0FED46}" type="pres">
      <dgm:prSet presAssocID="{C9713BEC-8319-A946-A3EF-5093A69E59DF}" presName="desTx" presStyleLbl="alignAccFollowNode1" presStyleIdx="0" presStyleCnt="4">
        <dgm:presLayoutVars>
          <dgm:bulletEnabled val="1"/>
        </dgm:presLayoutVars>
      </dgm:prSet>
      <dgm:spPr/>
    </dgm:pt>
    <dgm:pt modelId="{7120BC22-376A-F740-970B-4D5BDA8AB57C}" type="pres">
      <dgm:prSet presAssocID="{45758855-37C0-AC44-BF35-DF04A5C1298D}" presName="space" presStyleCnt="0"/>
      <dgm:spPr/>
    </dgm:pt>
    <dgm:pt modelId="{A03D8C80-DFD0-E643-888F-7E86F2B5ED1C}" type="pres">
      <dgm:prSet presAssocID="{4E874513-9CEE-4249-85B8-A5EEEDD85627}" presName="composite" presStyleCnt="0"/>
      <dgm:spPr/>
    </dgm:pt>
    <dgm:pt modelId="{A1B0CC3E-75DB-9D4D-BBA9-2FC9138FE45E}" type="pres">
      <dgm:prSet presAssocID="{4E874513-9CEE-4249-85B8-A5EEEDD85627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C8F22DB3-29B6-D44D-B516-F16DEBD66D03}" type="pres">
      <dgm:prSet presAssocID="{4E874513-9CEE-4249-85B8-A5EEEDD85627}" presName="desTx" presStyleLbl="alignAccFollowNode1" presStyleIdx="1" presStyleCnt="4">
        <dgm:presLayoutVars>
          <dgm:bulletEnabled val="1"/>
        </dgm:presLayoutVars>
      </dgm:prSet>
      <dgm:spPr/>
    </dgm:pt>
    <dgm:pt modelId="{79AD9CAF-EA2F-1148-9722-EF892FE09F82}" type="pres">
      <dgm:prSet presAssocID="{F8AF331C-8548-7144-8E38-4CFDCD1204DA}" presName="space" presStyleCnt="0"/>
      <dgm:spPr/>
    </dgm:pt>
    <dgm:pt modelId="{22920D99-F5AE-7745-9D0E-CF81D8F63DA3}" type="pres">
      <dgm:prSet presAssocID="{26661374-FD4A-BD47-861E-1F3A82B3A71C}" presName="composite" presStyleCnt="0"/>
      <dgm:spPr/>
    </dgm:pt>
    <dgm:pt modelId="{227D93E0-55FB-E944-8076-EF64169DC1CC}" type="pres">
      <dgm:prSet presAssocID="{26661374-FD4A-BD47-861E-1F3A82B3A71C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4DFE7227-154D-7E43-A147-5FD4516BE57C}" type="pres">
      <dgm:prSet presAssocID="{26661374-FD4A-BD47-861E-1F3A82B3A71C}" presName="desTx" presStyleLbl="alignAccFollowNode1" presStyleIdx="2" presStyleCnt="4">
        <dgm:presLayoutVars>
          <dgm:bulletEnabled val="1"/>
        </dgm:presLayoutVars>
      </dgm:prSet>
      <dgm:spPr/>
    </dgm:pt>
    <dgm:pt modelId="{3A71B40E-8C89-F24B-B5EC-124F64C57B10}" type="pres">
      <dgm:prSet presAssocID="{8B0808CA-4C5C-3F40-8CEE-6DDF0B0807D5}" presName="space" presStyleCnt="0"/>
      <dgm:spPr/>
    </dgm:pt>
    <dgm:pt modelId="{24471F67-55D8-3348-86A0-AC5531CAA408}" type="pres">
      <dgm:prSet presAssocID="{926506A2-9824-F644-9A96-5A849B0E5B69}" presName="composite" presStyleCnt="0"/>
      <dgm:spPr/>
    </dgm:pt>
    <dgm:pt modelId="{5C6157D7-4098-B747-B15B-C57B005F51E0}" type="pres">
      <dgm:prSet presAssocID="{926506A2-9824-F644-9A96-5A849B0E5B69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B543A866-6B17-0345-9D45-54C125664D50}" type="pres">
      <dgm:prSet presAssocID="{926506A2-9824-F644-9A96-5A849B0E5B69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C7BB5706-BB1A-8E45-9C8B-CE21C1D820B4}" srcId="{4E874513-9CEE-4249-85B8-A5EEEDD85627}" destId="{2CE03810-717C-9147-96C3-3423F65BD9B2}" srcOrd="0" destOrd="0" parTransId="{BAD05AC8-8E75-4B4B-BFAE-E0FF692A7560}" sibTransId="{3A78C205-407C-5442-AD75-534A5A1AAC38}"/>
    <dgm:cxn modelId="{B045D90B-626A-7E45-A736-9063B58DED78}" srcId="{238AE920-24BB-F24C-A21F-D6EA4283B2EB}" destId="{C9713BEC-8319-A946-A3EF-5093A69E59DF}" srcOrd="0" destOrd="0" parTransId="{2533E314-1AA1-3B48-8C95-275E22E87CC6}" sibTransId="{45758855-37C0-AC44-BF35-DF04A5C1298D}"/>
    <dgm:cxn modelId="{2A44780F-92F9-944C-B39E-D5949410D889}" srcId="{26661374-FD4A-BD47-861E-1F3A82B3A71C}" destId="{881E2117-8A8B-614A-B2D9-A914F96EECEC}" srcOrd="2" destOrd="0" parTransId="{703BEAE9-012B-8B4D-9E0E-706DE6A1AFA6}" sibTransId="{795BB066-635D-9641-A944-54E43030756E}"/>
    <dgm:cxn modelId="{CECC6F11-C3E0-3D4C-8D04-42CAA0EB2E2A}" srcId="{4E874513-9CEE-4249-85B8-A5EEEDD85627}" destId="{3B739DE1-9A6B-434F-BBEC-A6F49081B844}" srcOrd="1" destOrd="0" parTransId="{78E5D5C6-87D0-C64F-B889-EFFB59595215}" sibTransId="{3DFBFCD3-6C4F-4D49-AF36-C2A7C5EF9007}"/>
    <dgm:cxn modelId="{B54A7F11-4894-A849-B2ED-14604F49A2AE}" srcId="{4E874513-9CEE-4249-85B8-A5EEEDD85627}" destId="{87D5C025-F7FC-3441-B070-A4BAB544E341}" srcOrd="4" destOrd="0" parTransId="{9B56B284-2DAD-5143-A344-C761F0469C0C}" sibTransId="{B53DBB47-5288-1642-965C-2AF338BD4F86}"/>
    <dgm:cxn modelId="{C1A8A413-0C70-2547-8E4C-B406974AD3CE}" srcId="{238AE920-24BB-F24C-A21F-D6EA4283B2EB}" destId="{26661374-FD4A-BD47-861E-1F3A82B3A71C}" srcOrd="2" destOrd="0" parTransId="{49F75EF5-DDA4-1041-96F6-2FBD530D5A49}" sibTransId="{8B0808CA-4C5C-3F40-8CEE-6DDF0B0807D5}"/>
    <dgm:cxn modelId="{1E224D1C-005F-414F-9388-C8E3AAED2AED}" type="presOf" srcId="{E01DB452-2EA6-8E4E-8B61-EF807BC301D4}" destId="{AB1F30D2-E8A1-DF46-8B26-8E46FD0FED46}" srcOrd="0" destOrd="0" presId="urn:microsoft.com/office/officeart/2005/8/layout/hList1"/>
    <dgm:cxn modelId="{A75F3827-A246-0540-8C92-E3F7D3C9DCB6}" type="presOf" srcId="{4E874513-9CEE-4249-85B8-A5EEEDD85627}" destId="{A1B0CC3E-75DB-9D4D-BBA9-2FC9138FE45E}" srcOrd="0" destOrd="0" presId="urn:microsoft.com/office/officeart/2005/8/layout/hList1"/>
    <dgm:cxn modelId="{58617A28-D7E3-D647-97B2-34D0BE45BE82}" type="presOf" srcId="{3B739DE1-9A6B-434F-BBEC-A6F49081B844}" destId="{C8F22DB3-29B6-D44D-B516-F16DEBD66D03}" srcOrd="0" destOrd="1" presId="urn:microsoft.com/office/officeart/2005/8/layout/hList1"/>
    <dgm:cxn modelId="{997EE32F-568E-424F-8835-C092C8A50010}" srcId="{C9713BEC-8319-A946-A3EF-5093A69E59DF}" destId="{DC09F31D-4820-1C42-A9E4-8C6D3EE4025D}" srcOrd="1" destOrd="0" parTransId="{163E4F09-91EE-2844-A3C9-D07A1C9B5450}" sibTransId="{FF9553DB-007E-BF44-94A4-69C7605BD89C}"/>
    <dgm:cxn modelId="{44203A39-574F-4243-A414-CB76016F495D}" type="presOf" srcId="{667A73CE-B7C3-E844-9DEC-299C58F2BDDB}" destId="{AB1F30D2-E8A1-DF46-8B26-8E46FD0FED46}" srcOrd="0" destOrd="2" presId="urn:microsoft.com/office/officeart/2005/8/layout/hList1"/>
    <dgm:cxn modelId="{5579773B-CBC6-5645-9BB3-7ED8340D6F30}" type="presOf" srcId="{6A68C6CE-7BC9-BE46-9DF7-24C46003DD56}" destId="{B543A866-6B17-0345-9D45-54C125664D50}" srcOrd="0" destOrd="0" presId="urn:microsoft.com/office/officeart/2005/8/layout/hList1"/>
    <dgm:cxn modelId="{28DFCB47-602F-8B42-A610-EE7516A141EE}" srcId="{926506A2-9824-F644-9A96-5A849B0E5B69}" destId="{6A68C6CE-7BC9-BE46-9DF7-24C46003DD56}" srcOrd="0" destOrd="0" parTransId="{D8224538-11EE-954C-A8D5-79F6BCDE20C1}" sibTransId="{DDA774A3-C15D-5940-8C3E-4DED180D48CE}"/>
    <dgm:cxn modelId="{023A944B-1533-4344-B4D1-5EA2CFB49C43}" srcId="{238AE920-24BB-F24C-A21F-D6EA4283B2EB}" destId="{4E874513-9CEE-4249-85B8-A5EEEDD85627}" srcOrd="1" destOrd="0" parTransId="{F818CF8A-BCD1-4542-A5FE-795ABA5787CC}" sibTransId="{F8AF331C-8548-7144-8E38-4CFDCD1204DA}"/>
    <dgm:cxn modelId="{A0087856-4ED1-E842-83C1-107F64CF65DB}" srcId="{238AE920-24BB-F24C-A21F-D6EA4283B2EB}" destId="{926506A2-9824-F644-9A96-5A849B0E5B69}" srcOrd="3" destOrd="0" parTransId="{90297A42-0ADE-0140-B338-B38DA8ABF961}" sibTransId="{934D2C06-71C8-4145-BA87-1574F66E8926}"/>
    <dgm:cxn modelId="{E3F6205A-5857-684B-9CC8-A5CE31932213}" type="presOf" srcId="{4EAFD069-A2D0-3842-BF46-25D44A7697E4}" destId="{C8F22DB3-29B6-D44D-B516-F16DEBD66D03}" srcOrd="0" destOrd="3" presId="urn:microsoft.com/office/officeart/2005/8/layout/hList1"/>
    <dgm:cxn modelId="{CD1F725C-B5C4-B149-9D54-3D86F7A34E58}" srcId="{C9713BEC-8319-A946-A3EF-5093A69E59DF}" destId="{667A73CE-B7C3-E844-9DEC-299C58F2BDDB}" srcOrd="2" destOrd="0" parTransId="{6AB0A8D4-FD45-9F45-890E-A2AEF127B2B9}" sibTransId="{520C0729-87A4-B84D-8BF5-E2E9602E5882}"/>
    <dgm:cxn modelId="{2D5F6664-A381-1041-8EEF-433F9FF8E056}" type="presOf" srcId="{926506A2-9824-F644-9A96-5A849B0E5B69}" destId="{5C6157D7-4098-B747-B15B-C57B005F51E0}" srcOrd="0" destOrd="0" presId="urn:microsoft.com/office/officeart/2005/8/layout/hList1"/>
    <dgm:cxn modelId="{A17DCA6A-9311-AA48-B10F-9DBA6E45455B}" type="presOf" srcId="{703E054C-97B6-7E4F-BB3E-51F127577552}" destId="{4DFE7227-154D-7E43-A147-5FD4516BE57C}" srcOrd="0" destOrd="3" presId="urn:microsoft.com/office/officeart/2005/8/layout/hList1"/>
    <dgm:cxn modelId="{A4424875-CF5E-4742-BCBF-54C73CDC999E}" type="presOf" srcId="{881E2117-8A8B-614A-B2D9-A914F96EECEC}" destId="{4DFE7227-154D-7E43-A147-5FD4516BE57C}" srcOrd="0" destOrd="2" presId="urn:microsoft.com/office/officeart/2005/8/layout/hList1"/>
    <dgm:cxn modelId="{71D9B280-9641-A340-8FBD-4511A78A5438}" type="presOf" srcId="{238AE920-24BB-F24C-A21F-D6EA4283B2EB}" destId="{41128D75-726A-2A44-B6FA-88B140D48FF4}" srcOrd="0" destOrd="0" presId="urn:microsoft.com/office/officeart/2005/8/layout/hList1"/>
    <dgm:cxn modelId="{A1A0B382-0161-3F43-8013-1A6BD036D933}" type="presOf" srcId="{C3A4AB09-3A8F-0644-893C-E82F2B06FE2F}" destId="{4DFE7227-154D-7E43-A147-5FD4516BE57C}" srcOrd="0" destOrd="0" presId="urn:microsoft.com/office/officeart/2005/8/layout/hList1"/>
    <dgm:cxn modelId="{4C608D85-C8BA-6047-9DF0-1EB88064D462}" srcId="{4E874513-9CEE-4249-85B8-A5EEEDD85627}" destId="{4EAFD069-A2D0-3842-BF46-25D44A7697E4}" srcOrd="3" destOrd="0" parTransId="{0CCAD4F3-94F3-1041-9F09-CE530C4DE0A0}" sibTransId="{3B074269-2D7D-2848-AD3F-B4284473A46F}"/>
    <dgm:cxn modelId="{05D4A586-771D-0146-9D5A-F0A9F468AEDC}" type="presOf" srcId="{F9CECEC4-2B67-B54E-8F4F-443D8C7534EF}" destId="{B543A866-6B17-0345-9D45-54C125664D50}" srcOrd="0" destOrd="2" presId="urn:microsoft.com/office/officeart/2005/8/layout/hList1"/>
    <dgm:cxn modelId="{9655878E-4DB1-9947-B7FC-FF0C612CF4C7}" srcId="{926506A2-9824-F644-9A96-5A849B0E5B69}" destId="{F2BFD43E-0EF3-834D-95F9-10CF7FC4A413}" srcOrd="1" destOrd="0" parTransId="{BFB86623-6F6B-B34C-AB5A-BF9D0B57CFFD}" sibTransId="{2121AC77-9EE0-6242-913D-89AFE9D26538}"/>
    <dgm:cxn modelId="{2800ED93-03B1-924E-896D-557B10FA5396}" type="presOf" srcId="{26661374-FD4A-BD47-861E-1F3A82B3A71C}" destId="{227D93E0-55FB-E944-8076-EF64169DC1CC}" srcOrd="0" destOrd="0" presId="urn:microsoft.com/office/officeart/2005/8/layout/hList1"/>
    <dgm:cxn modelId="{C50ADC97-E466-594D-990E-B75AD329527C}" srcId="{26661374-FD4A-BD47-861E-1F3A82B3A71C}" destId="{2BD69C70-01DA-DE4A-B727-7DE355FD018A}" srcOrd="1" destOrd="0" parTransId="{9889C0F9-6CEC-D244-AB49-B4B8D149D150}" sibTransId="{2C13E57C-4042-F54F-86C2-E377A3CE4D12}"/>
    <dgm:cxn modelId="{283C129E-2F94-4D47-9815-1CFA16A9AD57}" type="presOf" srcId="{DC09F31D-4820-1C42-A9E4-8C6D3EE4025D}" destId="{AB1F30D2-E8A1-DF46-8B26-8E46FD0FED46}" srcOrd="0" destOrd="1" presId="urn:microsoft.com/office/officeart/2005/8/layout/hList1"/>
    <dgm:cxn modelId="{E61F45A9-C363-E647-B3DD-7D7471EF2B26}" type="presOf" srcId="{2BD69C70-01DA-DE4A-B727-7DE355FD018A}" destId="{4DFE7227-154D-7E43-A147-5FD4516BE57C}" srcOrd="0" destOrd="1" presId="urn:microsoft.com/office/officeart/2005/8/layout/hList1"/>
    <dgm:cxn modelId="{60487AB3-10E9-E441-B32C-5FBB86E04EF3}" srcId="{26661374-FD4A-BD47-861E-1F3A82B3A71C}" destId="{C3A4AB09-3A8F-0644-893C-E82F2B06FE2F}" srcOrd="0" destOrd="0" parTransId="{05F54E3B-5AAA-C446-BB6C-5007999D9F59}" sibTransId="{ED0ED2A9-2602-6D42-BE4E-9861FDFB929B}"/>
    <dgm:cxn modelId="{BBF3D7B3-0AFA-1546-A5BD-B5289FB0ED33}" srcId="{4E874513-9CEE-4249-85B8-A5EEEDD85627}" destId="{0F065500-7A92-5E49-A43B-8950A698F159}" srcOrd="2" destOrd="0" parTransId="{3775F385-25C8-A641-8595-FDEB5616009C}" sibTransId="{92673E4E-C931-C446-AE47-D0719421CD92}"/>
    <dgm:cxn modelId="{422757BB-F3D3-5049-BB2D-283E3EDFE731}" srcId="{26661374-FD4A-BD47-861E-1F3A82B3A71C}" destId="{703E054C-97B6-7E4F-BB3E-51F127577552}" srcOrd="3" destOrd="0" parTransId="{5FDD5890-21D4-4A4B-AEE0-773B7740BB98}" sibTransId="{B592912C-E839-E648-B542-5B94A4099674}"/>
    <dgm:cxn modelId="{B4C3CDC5-2541-7D4C-9703-B13443F05A87}" srcId="{926506A2-9824-F644-9A96-5A849B0E5B69}" destId="{F9CECEC4-2B67-B54E-8F4F-443D8C7534EF}" srcOrd="2" destOrd="0" parTransId="{9431C896-7617-A140-BE77-73AD14D549D5}" sibTransId="{20363F33-142C-4847-AC89-B775C86BC7F7}"/>
    <dgm:cxn modelId="{799CB1CB-60E8-CA48-8ABA-2A166B06611E}" type="presOf" srcId="{87D5C025-F7FC-3441-B070-A4BAB544E341}" destId="{C8F22DB3-29B6-D44D-B516-F16DEBD66D03}" srcOrd="0" destOrd="4" presId="urn:microsoft.com/office/officeart/2005/8/layout/hList1"/>
    <dgm:cxn modelId="{78015BD0-AA5B-2949-95F7-681D8DBA31CB}" type="presOf" srcId="{C9713BEC-8319-A946-A3EF-5093A69E59DF}" destId="{953D2354-1E06-9A4A-9EFD-27DF6816E13E}" srcOrd="0" destOrd="0" presId="urn:microsoft.com/office/officeart/2005/8/layout/hList1"/>
    <dgm:cxn modelId="{6C35E5E0-059B-984A-9006-94DD87BD93A3}" type="presOf" srcId="{0F065500-7A92-5E49-A43B-8950A698F159}" destId="{C8F22DB3-29B6-D44D-B516-F16DEBD66D03}" srcOrd="0" destOrd="2" presId="urn:microsoft.com/office/officeart/2005/8/layout/hList1"/>
    <dgm:cxn modelId="{9439CBE2-97EE-4749-A502-353D1521F1CE}" type="presOf" srcId="{2CE03810-717C-9147-96C3-3423F65BD9B2}" destId="{C8F22DB3-29B6-D44D-B516-F16DEBD66D03}" srcOrd="0" destOrd="0" presId="urn:microsoft.com/office/officeart/2005/8/layout/hList1"/>
    <dgm:cxn modelId="{1ED7B4E9-FA0F-614C-A584-2419ACDA468A}" type="presOf" srcId="{F2BFD43E-0EF3-834D-95F9-10CF7FC4A413}" destId="{B543A866-6B17-0345-9D45-54C125664D50}" srcOrd="0" destOrd="1" presId="urn:microsoft.com/office/officeart/2005/8/layout/hList1"/>
    <dgm:cxn modelId="{9D2615F1-1B5F-A446-8C4F-013E752DC35C}" srcId="{C9713BEC-8319-A946-A3EF-5093A69E59DF}" destId="{E01DB452-2EA6-8E4E-8B61-EF807BC301D4}" srcOrd="0" destOrd="0" parTransId="{E6925B38-4F06-4041-971D-0D24FAD6F811}" sibTransId="{1049D21B-CCBC-6C4A-B8DF-D80152C34199}"/>
    <dgm:cxn modelId="{3FB3C451-8FF3-6B4B-AC9C-3B0924A4FD7F}" type="presParOf" srcId="{41128D75-726A-2A44-B6FA-88B140D48FF4}" destId="{28089CFB-EB40-EA4F-AAE3-BCC2D9ED97DC}" srcOrd="0" destOrd="0" presId="urn:microsoft.com/office/officeart/2005/8/layout/hList1"/>
    <dgm:cxn modelId="{DCA2E2D4-D0C3-2A44-8407-9C0362E34C13}" type="presParOf" srcId="{28089CFB-EB40-EA4F-AAE3-BCC2D9ED97DC}" destId="{953D2354-1E06-9A4A-9EFD-27DF6816E13E}" srcOrd="0" destOrd="0" presId="urn:microsoft.com/office/officeart/2005/8/layout/hList1"/>
    <dgm:cxn modelId="{94B8854E-291B-064A-A2D9-AA13DFE76FBA}" type="presParOf" srcId="{28089CFB-EB40-EA4F-AAE3-BCC2D9ED97DC}" destId="{AB1F30D2-E8A1-DF46-8B26-8E46FD0FED46}" srcOrd="1" destOrd="0" presId="urn:microsoft.com/office/officeart/2005/8/layout/hList1"/>
    <dgm:cxn modelId="{6D6CDB78-FA50-D24C-98C5-E045D1917E96}" type="presParOf" srcId="{41128D75-726A-2A44-B6FA-88B140D48FF4}" destId="{7120BC22-376A-F740-970B-4D5BDA8AB57C}" srcOrd="1" destOrd="0" presId="urn:microsoft.com/office/officeart/2005/8/layout/hList1"/>
    <dgm:cxn modelId="{C97A4C48-F311-5047-B194-B8702AD75C5A}" type="presParOf" srcId="{41128D75-726A-2A44-B6FA-88B140D48FF4}" destId="{A03D8C80-DFD0-E643-888F-7E86F2B5ED1C}" srcOrd="2" destOrd="0" presId="urn:microsoft.com/office/officeart/2005/8/layout/hList1"/>
    <dgm:cxn modelId="{53BF91E7-99D0-1A4D-98A6-24BFDDDC4BF9}" type="presParOf" srcId="{A03D8C80-DFD0-E643-888F-7E86F2B5ED1C}" destId="{A1B0CC3E-75DB-9D4D-BBA9-2FC9138FE45E}" srcOrd="0" destOrd="0" presId="urn:microsoft.com/office/officeart/2005/8/layout/hList1"/>
    <dgm:cxn modelId="{925EAB2F-52F4-FE4D-9905-EFA9B8018DC9}" type="presParOf" srcId="{A03D8C80-DFD0-E643-888F-7E86F2B5ED1C}" destId="{C8F22DB3-29B6-D44D-B516-F16DEBD66D03}" srcOrd="1" destOrd="0" presId="urn:microsoft.com/office/officeart/2005/8/layout/hList1"/>
    <dgm:cxn modelId="{11F4F216-123C-EC43-85DA-E8EDC934A392}" type="presParOf" srcId="{41128D75-726A-2A44-B6FA-88B140D48FF4}" destId="{79AD9CAF-EA2F-1148-9722-EF892FE09F82}" srcOrd="3" destOrd="0" presId="urn:microsoft.com/office/officeart/2005/8/layout/hList1"/>
    <dgm:cxn modelId="{DEF0CF9C-652C-0D49-902D-37FE8F806984}" type="presParOf" srcId="{41128D75-726A-2A44-B6FA-88B140D48FF4}" destId="{22920D99-F5AE-7745-9D0E-CF81D8F63DA3}" srcOrd="4" destOrd="0" presId="urn:microsoft.com/office/officeart/2005/8/layout/hList1"/>
    <dgm:cxn modelId="{A9B6D28D-474B-744A-AFF7-00E9EF662DD5}" type="presParOf" srcId="{22920D99-F5AE-7745-9D0E-CF81D8F63DA3}" destId="{227D93E0-55FB-E944-8076-EF64169DC1CC}" srcOrd="0" destOrd="0" presId="urn:microsoft.com/office/officeart/2005/8/layout/hList1"/>
    <dgm:cxn modelId="{7F3FFDBC-DB0D-0F45-A64A-D660B074B743}" type="presParOf" srcId="{22920D99-F5AE-7745-9D0E-CF81D8F63DA3}" destId="{4DFE7227-154D-7E43-A147-5FD4516BE57C}" srcOrd="1" destOrd="0" presId="urn:microsoft.com/office/officeart/2005/8/layout/hList1"/>
    <dgm:cxn modelId="{BD260BED-DEA1-9B41-A020-58CD78904A32}" type="presParOf" srcId="{41128D75-726A-2A44-B6FA-88B140D48FF4}" destId="{3A71B40E-8C89-F24B-B5EC-124F64C57B10}" srcOrd="5" destOrd="0" presId="urn:microsoft.com/office/officeart/2005/8/layout/hList1"/>
    <dgm:cxn modelId="{64783D88-1107-0643-8E91-CE42BB36DDB4}" type="presParOf" srcId="{41128D75-726A-2A44-B6FA-88B140D48FF4}" destId="{24471F67-55D8-3348-86A0-AC5531CAA408}" srcOrd="6" destOrd="0" presId="urn:microsoft.com/office/officeart/2005/8/layout/hList1"/>
    <dgm:cxn modelId="{68E358FE-CAC9-6A43-852C-7C6613FCC602}" type="presParOf" srcId="{24471F67-55D8-3348-86A0-AC5531CAA408}" destId="{5C6157D7-4098-B747-B15B-C57B005F51E0}" srcOrd="0" destOrd="0" presId="urn:microsoft.com/office/officeart/2005/8/layout/hList1"/>
    <dgm:cxn modelId="{D601F855-C178-7B47-9DE9-2430A1DB3406}" type="presParOf" srcId="{24471F67-55D8-3348-86A0-AC5531CAA408}" destId="{B543A866-6B17-0345-9D45-54C125664D5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4EBD603-2A90-2948-A910-2294C8DE371B}" type="doc">
      <dgm:prSet loTypeId="urn:microsoft.com/office/officeart/2005/8/layout/list1" loCatId="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E3F308A4-210D-BC44-A7EE-8C5176E85C6B}">
      <dgm:prSet phldrT="[Text]"/>
      <dgm:spPr/>
      <dgm:t>
        <a:bodyPr/>
        <a:lstStyle/>
        <a:p>
          <a:r>
            <a:rPr lang="en-US" dirty="0"/>
            <a:t>Graph Schema Definition</a:t>
          </a:r>
        </a:p>
      </dgm:t>
    </dgm:pt>
    <dgm:pt modelId="{303106D2-0B16-754D-B204-B13A98F03E9B}" type="parTrans" cxnId="{A58CEA87-B185-BA47-976F-3C7892D76B52}">
      <dgm:prSet/>
      <dgm:spPr/>
      <dgm:t>
        <a:bodyPr/>
        <a:lstStyle/>
        <a:p>
          <a:endParaRPr lang="en-US"/>
        </a:p>
      </dgm:t>
    </dgm:pt>
    <dgm:pt modelId="{20CCEDDA-29E7-6243-838B-1E35B6029837}" type="sibTrans" cxnId="{A58CEA87-B185-BA47-976F-3C7892D76B52}">
      <dgm:prSet/>
      <dgm:spPr/>
      <dgm:t>
        <a:bodyPr/>
        <a:lstStyle/>
        <a:p>
          <a:endParaRPr lang="en-US"/>
        </a:p>
      </dgm:t>
    </dgm:pt>
    <dgm:pt modelId="{E3CEDA08-EB60-724E-99E7-96B6DC5BBC7B}">
      <dgm:prSet phldrT="[Text]"/>
      <dgm:spPr/>
      <dgm:t>
        <a:bodyPr/>
        <a:lstStyle/>
        <a:p>
          <a:r>
            <a:rPr lang="en-US" dirty="0"/>
            <a:t>Define nodes/edges, for example:</a:t>
          </a:r>
        </a:p>
      </dgm:t>
    </dgm:pt>
    <dgm:pt modelId="{A455F9DB-D004-C649-89D3-7A624B5F541A}" type="parTrans" cxnId="{DCEF4B54-5592-BC49-AF12-53E0A6448ADE}">
      <dgm:prSet/>
      <dgm:spPr/>
      <dgm:t>
        <a:bodyPr/>
        <a:lstStyle/>
        <a:p>
          <a:endParaRPr lang="en-US"/>
        </a:p>
      </dgm:t>
    </dgm:pt>
    <dgm:pt modelId="{5BEE064A-6DE6-B444-BB99-3EB704864378}" type="sibTrans" cxnId="{DCEF4B54-5592-BC49-AF12-53E0A6448ADE}">
      <dgm:prSet/>
      <dgm:spPr/>
      <dgm:t>
        <a:bodyPr/>
        <a:lstStyle/>
        <a:p>
          <a:endParaRPr lang="en-US"/>
        </a:p>
      </dgm:t>
    </dgm:pt>
    <dgm:pt modelId="{88C69AAF-C43B-7E4E-880E-9C4661A21D4A}">
      <dgm:prSet phldrT="[Text]"/>
      <dgm:spPr/>
      <dgm:t>
        <a:bodyPr/>
        <a:lstStyle/>
        <a:p>
          <a:r>
            <a:rPr lang="en-US" dirty="0"/>
            <a:t>Graph Generation Tools</a:t>
          </a:r>
        </a:p>
      </dgm:t>
    </dgm:pt>
    <dgm:pt modelId="{E351E5DB-415E-2049-B7E2-2A21E97D251A}" type="parTrans" cxnId="{A10370F3-C76E-7640-B50B-A12C93CA64C9}">
      <dgm:prSet/>
      <dgm:spPr/>
      <dgm:t>
        <a:bodyPr/>
        <a:lstStyle/>
        <a:p>
          <a:endParaRPr lang="en-US"/>
        </a:p>
      </dgm:t>
    </dgm:pt>
    <dgm:pt modelId="{70EFD0BC-0F93-DE4B-B3D4-4394C5887E45}" type="sibTrans" cxnId="{A10370F3-C76E-7640-B50B-A12C93CA64C9}">
      <dgm:prSet/>
      <dgm:spPr/>
      <dgm:t>
        <a:bodyPr/>
        <a:lstStyle/>
        <a:p>
          <a:endParaRPr lang="en-US"/>
        </a:p>
      </dgm:t>
    </dgm:pt>
    <dgm:pt modelId="{9189A0C5-BAB1-C54F-86E8-88FA4FD36C43}">
      <dgm:prSet phldrT="[Text]"/>
      <dgm:spPr/>
      <dgm:t>
        <a:bodyPr/>
        <a:lstStyle/>
        <a:p>
          <a:r>
            <a:rPr lang="en-US" dirty="0"/>
            <a:t>Create custom tools.</a:t>
          </a:r>
        </a:p>
      </dgm:t>
    </dgm:pt>
    <dgm:pt modelId="{92694E16-858C-A542-AB85-C2C9C269B5D7}" type="parTrans" cxnId="{E17BD358-705B-C049-A9C0-091CEC212C44}">
      <dgm:prSet/>
      <dgm:spPr/>
      <dgm:t>
        <a:bodyPr/>
        <a:lstStyle/>
        <a:p>
          <a:endParaRPr lang="en-US"/>
        </a:p>
      </dgm:t>
    </dgm:pt>
    <dgm:pt modelId="{77C83E50-1D3E-F644-B839-4313EFF8D994}" type="sibTrans" cxnId="{E17BD358-705B-C049-A9C0-091CEC212C44}">
      <dgm:prSet/>
      <dgm:spPr/>
      <dgm:t>
        <a:bodyPr/>
        <a:lstStyle/>
        <a:p>
          <a:endParaRPr lang="en-US"/>
        </a:p>
      </dgm:t>
    </dgm:pt>
    <dgm:pt modelId="{81F559E8-8BAC-B248-9437-29C589009177}">
      <dgm:prSet phldrT="[Text]"/>
      <dgm:spPr/>
      <dgm:t>
        <a:bodyPr/>
        <a:lstStyle/>
        <a:p>
          <a:r>
            <a:rPr lang="en-US" dirty="0"/>
            <a:t>Use tool software such as Gephi Layout software.</a:t>
          </a:r>
        </a:p>
      </dgm:t>
    </dgm:pt>
    <dgm:pt modelId="{EA7EB2C4-1257-124D-A13A-FD5DCEFB4A21}" type="parTrans" cxnId="{AF27596A-5B22-3641-973A-DDEF8981B2C8}">
      <dgm:prSet/>
      <dgm:spPr/>
      <dgm:t>
        <a:bodyPr/>
        <a:lstStyle/>
        <a:p>
          <a:endParaRPr lang="en-US"/>
        </a:p>
      </dgm:t>
    </dgm:pt>
    <dgm:pt modelId="{A01DDEFD-A635-954D-8CF2-D9686D7B39A0}" type="sibTrans" cxnId="{AF27596A-5B22-3641-973A-DDEF8981B2C8}">
      <dgm:prSet/>
      <dgm:spPr/>
      <dgm:t>
        <a:bodyPr/>
        <a:lstStyle/>
        <a:p>
          <a:endParaRPr lang="en-US"/>
        </a:p>
      </dgm:t>
    </dgm:pt>
    <dgm:pt modelId="{C7B3D8B6-4B30-C44C-AAD2-E7BD0D3A7F2A}">
      <dgm:prSet phldrT="[Text]"/>
      <dgm:spPr/>
      <dgm:t>
        <a:bodyPr/>
        <a:lstStyle/>
        <a:p>
          <a:r>
            <a:rPr lang="en-US" dirty="0"/>
            <a:t>nodes = people, papers/documents, events</a:t>
          </a:r>
        </a:p>
      </dgm:t>
    </dgm:pt>
    <dgm:pt modelId="{9AF5B9DF-D9BF-5C49-BBF0-0DC400D4D53B}" type="parTrans" cxnId="{A9DCC65E-0BE6-8140-A7D2-34C7AC30B59D}">
      <dgm:prSet/>
      <dgm:spPr/>
      <dgm:t>
        <a:bodyPr/>
        <a:lstStyle/>
        <a:p>
          <a:endParaRPr lang="en-GB"/>
        </a:p>
      </dgm:t>
    </dgm:pt>
    <dgm:pt modelId="{6316F13E-9A71-4F48-9F05-494B98A3BE4D}" type="sibTrans" cxnId="{A9DCC65E-0BE6-8140-A7D2-34C7AC30B59D}">
      <dgm:prSet/>
      <dgm:spPr/>
      <dgm:t>
        <a:bodyPr/>
        <a:lstStyle/>
        <a:p>
          <a:endParaRPr lang="en-GB"/>
        </a:p>
      </dgm:t>
    </dgm:pt>
    <dgm:pt modelId="{2FC04207-73A6-2047-A371-73A335C7E24B}">
      <dgm:prSet phldrT="[Text]"/>
      <dgm:spPr/>
      <dgm:t>
        <a:bodyPr/>
        <a:lstStyle/>
        <a:p>
          <a:r>
            <a:rPr lang="en-US" dirty="0"/>
            <a:t>edges = </a:t>
          </a:r>
          <a:r>
            <a:rPr lang="en-AU" dirty="0"/>
            <a:t>AFFILIATED_WITH, MENTIONED_IN </a:t>
          </a:r>
          <a:endParaRPr lang="en-US" dirty="0"/>
        </a:p>
      </dgm:t>
    </dgm:pt>
    <dgm:pt modelId="{B2DAA02D-4857-C647-876F-1887D2E2D28C}" type="parTrans" cxnId="{69703BEB-6065-DB42-8263-5F072193EB30}">
      <dgm:prSet/>
      <dgm:spPr/>
      <dgm:t>
        <a:bodyPr/>
        <a:lstStyle/>
        <a:p>
          <a:endParaRPr lang="en-GB"/>
        </a:p>
      </dgm:t>
    </dgm:pt>
    <dgm:pt modelId="{0DD44C7E-1F11-874B-929F-65886E839BF5}" type="sibTrans" cxnId="{69703BEB-6065-DB42-8263-5F072193EB30}">
      <dgm:prSet/>
      <dgm:spPr/>
      <dgm:t>
        <a:bodyPr/>
        <a:lstStyle/>
        <a:p>
          <a:endParaRPr lang="en-GB"/>
        </a:p>
      </dgm:t>
    </dgm:pt>
    <dgm:pt modelId="{7519F5DD-E2B3-D44D-AF92-7D8E536DACDD}" type="pres">
      <dgm:prSet presAssocID="{34EBD603-2A90-2948-A910-2294C8DE371B}" presName="linear" presStyleCnt="0">
        <dgm:presLayoutVars>
          <dgm:dir/>
          <dgm:animLvl val="lvl"/>
          <dgm:resizeHandles val="exact"/>
        </dgm:presLayoutVars>
      </dgm:prSet>
      <dgm:spPr/>
    </dgm:pt>
    <dgm:pt modelId="{3655EC2D-821E-D046-891B-48BE9526D9A4}" type="pres">
      <dgm:prSet presAssocID="{E3F308A4-210D-BC44-A7EE-8C5176E85C6B}" presName="parentLin" presStyleCnt="0"/>
      <dgm:spPr/>
    </dgm:pt>
    <dgm:pt modelId="{2FB9D1B0-55D8-204B-BFD6-72B1D9560C63}" type="pres">
      <dgm:prSet presAssocID="{E3F308A4-210D-BC44-A7EE-8C5176E85C6B}" presName="parentLeftMargin" presStyleLbl="node1" presStyleIdx="0" presStyleCnt="2"/>
      <dgm:spPr/>
    </dgm:pt>
    <dgm:pt modelId="{254632B2-211D-CB49-BF2F-0B5D50FCA73C}" type="pres">
      <dgm:prSet presAssocID="{E3F308A4-210D-BC44-A7EE-8C5176E85C6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763428F-10DB-EF49-B3C2-0EC102A042D1}" type="pres">
      <dgm:prSet presAssocID="{E3F308A4-210D-BC44-A7EE-8C5176E85C6B}" presName="negativeSpace" presStyleCnt="0"/>
      <dgm:spPr/>
    </dgm:pt>
    <dgm:pt modelId="{896F0AF6-8394-B141-AB7C-A8DCB26669C9}" type="pres">
      <dgm:prSet presAssocID="{E3F308A4-210D-BC44-A7EE-8C5176E85C6B}" presName="childText" presStyleLbl="conFgAcc1" presStyleIdx="0" presStyleCnt="2">
        <dgm:presLayoutVars>
          <dgm:bulletEnabled val="1"/>
        </dgm:presLayoutVars>
      </dgm:prSet>
      <dgm:spPr/>
    </dgm:pt>
    <dgm:pt modelId="{B299644B-CF8B-1446-9D2D-DB9514582BF6}" type="pres">
      <dgm:prSet presAssocID="{20CCEDDA-29E7-6243-838B-1E35B6029837}" presName="spaceBetweenRectangles" presStyleCnt="0"/>
      <dgm:spPr/>
    </dgm:pt>
    <dgm:pt modelId="{DA471E41-D7AC-5147-8498-6068B16EDDD2}" type="pres">
      <dgm:prSet presAssocID="{88C69AAF-C43B-7E4E-880E-9C4661A21D4A}" presName="parentLin" presStyleCnt="0"/>
      <dgm:spPr/>
    </dgm:pt>
    <dgm:pt modelId="{2D212098-D03C-A743-9138-53A528294075}" type="pres">
      <dgm:prSet presAssocID="{88C69AAF-C43B-7E4E-880E-9C4661A21D4A}" presName="parentLeftMargin" presStyleLbl="node1" presStyleIdx="0" presStyleCnt="2"/>
      <dgm:spPr/>
    </dgm:pt>
    <dgm:pt modelId="{2173DE51-3528-CC4C-9665-2AE1EC87577B}" type="pres">
      <dgm:prSet presAssocID="{88C69AAF-C43B-7E4E-880E-9C4661A21D4A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90A96B1-4C1B-3246-898C-2C65E82E2894}" type="pres">
      <dgm:prSet presAssocID="{88C69AAF-C43B-7E4E-880E-9C4661A21D4A}" presName="negativeSpace" presStyleCnt="0"/>
      <dgm:spPr/>
    </dgm:pt>
    <dgm:pt modelId="{C2156B9D-AF42-0B46-B6D3-29B1C111C162}" type="pres">
      <dgm:prSet presAssocID="{88C69AAF-C43B-7E4E-880E-9C4661A21D4A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6A00C80C-953D-B246-8329-D8C90672F0F9}" type="presOf" srcId="{C7B3D8B6-4B30-C44C-AAD2-E7BD0D3A7F2A}" destId="{896F0AF6-8394-B141-AB7C-A8DCB26669C9}" srcOrd="0" destOrd="1" presId="urn:microsoft.com/office/officeart/2005/8/layout/list1"/>
    <dgm:cxn modelId="{90D80D0D-837A-D348-978E-2DEF3D5BF8AB}" type="presOf" srcId="{81F559E8-8BAC-B248-9437-29C589009177}" destId="{C2156B9D-AF42-0B46-B6D3-29B1C111C162}" srcOrd="0" destOrd="1" presId="urn:microsoft.com/office/officeart/2005/8/layout/list1"/>
    <dgm:cxn modelId="{C9806D10-CC10-9243-B2FE-CC43E5F94A7E}" type="presOf" srcId="{E3CEDA08-EB60-724E-99E7-96B6DC5BBC7B}" destId="{896F0AF6-8394-B141-AB7C-A8DCB26669C9}" srcOrd="0" destOrd="0" presId="urn:microsoft.com/office/officeart/2005/8/layout/list1"/>
    <dgm:cxn modelId="{083BA630-575D-DA49-B8BA-95491BCA94D4}" type="presOf" srcId="{E3F308A4-210D-BC44-A7EE-8C5176E85C6B}" destId="{254632B2-211D-CB49-BF2F-0B5D50FCA73C}" srcOrd="1" destOrd="0" presId="urn:microsoft.com/office/officeart/2005/8/layout/list1"/>
    <dgm:cxn modelId="{8C614A47-7ACA-5049-906B-FD0DBE6AA9C7}" type="presOf" srcId="{2FC04207-73A6-2047-A371-73A335C7E24B}" destId="{896F0AF6-8394-B141-AB7C-A8DCB26669C9}" srcOrd="0" destOrd="2" presId="urn:microsoft.com/office/officeart/2005/8/layout/list1"/>
    <dgm:cxn modelId="{6C93CA4E-4545-9A41-90BC-A4DD29CFEDEA}" type="presOf" srcId="{E3F308A4-210D-BC44-A7EE-8C5176E85C6B}" destId="{2FB9D1B0-55D8-204B-BFD6-72B1D9560C63}" srcOrd="0" destOrd="0" presId="urn:microsoft.com/office/officeart/2005/8/layout/list1"/>
    <dgm:cxn modelId="{DCEF4B54-5592-BC49-AF12-53E0A6448ADE}" srcId="{E3F308A4-210D-BC44-A7EE-8C5176E85C6B}" destId="{E3CEDA08-EB60-724E-99E7-96B6DC5BBC7B}" srcOrd="0" destOrd="0" parTransId="{A455F9DB-D004-C649-89D3-7A624B5F541A}" sibTransId="{5BEE064A-6DE6-B444-BB99-3EB704864378}"/>
    <dgm:cxn modelId="{E17BD358-705B-C049-A9C0-091CEC212C44}" srcId="{88C69AAF-C43B-7E4E-880E-9C4661A21D4A}" destId="{9189A0C5-BAB1-C54F-86E8-88FA4FD36C43}" srcOrd="0" destOrd="0" parTransId="{92694E16-858C-A542-AB85-C2C9C269B5D7}" sibTransId="{77C83E50-1D3E-F644-B839-4313EFF8D994}"/>
    <dgm:cxn modelId="{A9DCC65E-0BE6-8140-A7D2-34C7AC30B59D}" srcId="{E3CEDA08-EB60-724E-99E7-96B6DC5BBC7B}" destId="{C7B3D8B6-4B30-C44C-AAD2-E7BD0D3A7F2A}" srcOrd="0" destOrd="0" parTransId="{9AF5B9DF-D9BF-5C49-BBF0-0DC400D4D53B}" sibTransId="{6316F13E-9A71-4F48-9F05-494B98A3BE4D}"/>
    <dgm:cxn modelId="{AF27596A-5B22-3641-973A-DDEF8981B2C8}" srcId="{88C69AAF-C43B-7E4E-880E-9C4661A21D4A}" destId="{81F559E8-8BAC-B248-9437-29C589009177}" srcOrd="1" destOrd="0" parTransId="{EA7EB2C4-1257-124D-A13A-FD5DCEFB4A21}" sibTransId="{A01DDEFD-A635-954D-8CF2-D9686D7B39A0}"/>
    <dgm:cxn modelId="{A58CEA87-B185-BA47-976F-3C7892D76B52}" srcId="{34EBD603-2A90-2948-A910-2294C8DE371B}" destId="{E3F308A4-210D-BC44-A7EE-8C5176E85C6B}" srcOrd="0" destOrd="0" parTransId="{303106D2-0B16-754D-B204-B13A98F03E9B}" sibTransId="{20CCEDDA-29E7-6243-838B-1E35B6029837}"/>
    <dgm:cxn modelId="{0D0DC494-D749-1E45-BE60-F60B175A90BB}" type="presOf" srcId="{34EBD603-2A90-2948-A910-2294C8DE371B}" destId="{7519F5DD-E2B3-D44D-AF92-7D8E536DACDD}" srcOrd="0" destOrd="0" presId="urn:microsoft.com/office/officeart/2005/8/layout/list1"/>
    <dgm:cxn modelId="{6E1979B3-D108-C44B-B3C2-D24311712243}" type="presOf" srcId="{9189A0C5-BAB1-C54F-86E8-88FA4FD36C43}" destId="{C2156B9D-AF42-0B46-B6D3-29B1C111C162}" srcOrd="0" destOrd="0" presId="urn:microsoft.com/office/officeart/2005/8/layout/list1"/>
    <dgm:cxn modelId="{FC8F75C5-7F0C-5749-A543-78DDC3B0CDA0}" type="presOf" srcId="{88C69AAF-C43B-7E4E-880E-9C4661A21D4A}" destId="{2D212098-D03C-A743-9138-53A528294075}" srcOrd="0" destOrd="0" presId="urn:microsoft.com/office/officeart/2005/8/layout/list1"/>
    <dgm:cxn modelId="{8DD44BDD-30A1-A645-B217-66FBABC5DA5B}" type="presOf" srcId="{88C69AAF-C43B-7E4E-880E-9C4661A21D4A}" destId="{2173DE51-3528-CC4C-9665-2AE1EC87577B}" srcOrd="1" destOrd="0" presId="urn:microsoft.com/office/officeart/2005/8/layout/list1"/>
    <dgm:cxn modelId="{69703BEB-6065-DB42-8263-5F072193EB30}" srcId="{E3CEDA08-EB60-724E-99E7-96B6DC5BBC7B}" destId="{2FC04207-73A6-2047-A371-73A335C7E24B}" srcOrd="1" destOrd="0" parTransId="{B2DAA02D-4857-C647-876F-1887D2E2D28C}" sibTransId="{0DD44C7E-1F11-874B-929F-65886E839BF5}"/>
    <dgm:cxn modelId="{A10370F3-C76E-7640-B50B-A12C93CA64C9}" srcId="{34EBD603-2A90-2948-A910-2294C8DE371B}" destId="{88C69AAF-C43B-7E4E-880E-9C4661A21D4A}" srcOrd="1" destOrd="0" parTransId="{E351E5DB-415E-2049-B7E2-2A21E97D251A}" sibTransId="{70EFD0BC-0F93-DE4B-B3D4-4394C5887E45}"/>
    <dgm:cxn modelId="{DBB79C55-349C-D846-975B-FAB2BB2EC4F8}" type="presParOf" srcId="{7519F5DD-E2B3-D44D-AF92-7D8E536DACDD}" destId="{3655EC2D-821E-D046-891B-48BE9526D9A4}" srcOrd="0" destOrd="0" presId="urn:microsoft.com/office/officeart/2005/8/layout/list1"/>
    <dgm:cxn modelId="{C720399C-31F4-7C47-9FF0-A91D67147929}" type="presParOf" srcId="{3655EC2D-821E-D046-891B-48BE9526D9A4}" destId="{2FB9D1B0-55D8-204B-BFD6-72B1D9560C63}" srcOrd="0" destOrd="0" presId="urn:microsoft.com/office/officeart/2005/8/layout/list1"/>
    <dgm:cxn modelId="{D8F081B3-0AA6-CA45-8ABA-8F50476417A3}" type="presParOf" srcId="{3655EC2D-821E-D046-891B-48BE9526D9A4}" destId="{254632B2-211D-CB49-BF2F-0B5D50FCA73C}" srcOrd="1" destOrd="0" presId="urn:microsoft.com/office/officeart/2005/8/layout/list1"/>
    <dgm:cxn modelId="{7BF28B7B-2D87-0641-A5C4-E4DC2DD64ADA}" type="presParOf" srcId="{7519F5DD-E2B3-D44D-AF92-7D8E536DACDD}" destId="{2763428F-10DB-EF49-B3C2-0EC102A042D1}" srcOrd="1" destOrd="0" presId="urn:microsoft.com/office/officeart/2005/8/layout/list1"/>
    <dgm:cxn modelId="{17375C74-082B-5341-BA2D-C58EA97002AC}" type="presParOf" srcId="{7519F5DD-E2B3-D44D-AF92-7D8E536DACDD}" destId="{896F0AF6-8394-B141-AB7C-A8DCB26669C9}" srcOrd="2" destOrd="0" presId="urn:microsoft.com/office/officeart/2005/8/layout/list1"/>
    <dgm:cxn modelId="{C38B3AA6-A45B-2D4B-8035-81931A643311}" type="presParOf" srcId="{7519F5DD-E2B3-D44D-AF92-7D8E536DACDD}" destId="{B299644B-CF8B-1446-9D2D-DB9514582BF6}" srcOrd="3" destOrd="0" presId="urn:microsoft.com/office/officeart/2005/8/layout/list1"/>
    <dgm:cxn modelId="{31C3DE4C-5227-3141-A854-F70DFC4685FA}" type="presParOf" srcId="{7519F5DD-E2B3-D44D-AF92-7D8E536DACDD}" destId="{DA471E41-D7AC-5147-8498-6068B16EDDD2}" srcOrd="4" destOrd="0" presId="urn:microsoft.com/office/officeart/2005/8/layout/list1"/>
    <dgm:cxn modelId="{3BDD6C92-D25E-D946-A06A-BC3813F7AA08}" type="presParOf" srcId="{DA471E41-D7AC-5147-8498-6068B16EDDD2}" destId="{2D212098-D03C-A743-9138-53A528294075}" srcOrd="0" destOrd="0" presId="urn:microsoft.com/office/officeart/2005/8/layout/list1"/>
    <dgm:cxn modelId="{3330B68B-9479-534D-942D-34C66198D473}" type="presParOf" srcId="{DA471E41-D7AC-5147-8498-6068B16EDDD2}" destId="{2173DE51-3528-CC4C-9665-2AE1EC87577B}" srcOrd="1" destOrd="0" presId="urn:microsoft.com/office/officeart/2005/8/layout/list1"/>
    <dgm:cxn modelId="{51E2B59C-34A2-6146-95DB-4C103150EA9C}" type="presParOf" srcId="{7519F5DD-E2B3-D44D-AF92-7D8E536DACDD}" destId="{490A96B1-4C1B-3246-898C-2C65E82E2894}" srcOrd="5" destOrd="0" presId="urn:microsoft.com/office/officeart/2005/8/layout/list1"/>
    <dgm:cxn modelId="{439B53EA-01B0-BA43-976C-C4F9A0136D69}" type="presParOf" srcId="{7519F5DD-E2B3-D44D-AF92-7D8E536DACDD}" destId="{C2156B9D-AF42-0B46-B6D3-29B1C111C16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007D7C-96F2-184C-B95B-598FF23CD473}">
      <dsp:nvSpPr>
        <dsp:cNvPr id="0" name=""/>
        <dsp:cNvSpPr/>
      </dsp:nvSpPr>
      <dsp:spPr>
        <a:xfrm>
          <a:off x="0" y="292937"/>
          <a:ext cx="10927829" cy="1048950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374904" rIns="848121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Identify research-relevant entities, events, attributes and relationships.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Convert them into structured and machine-readable records.</a:t>
          </a:r>
          <a:endParaRPr lang="en-US" sz="1800" kern="1200" dirty="0"/>
        </a:p>
      </dsp:txBody>
      <dsp:txXfrm>
        <a:off x="0" y="292937"/>
        <a:ext cx="10927829" cy="1048950"/>
      </dsp:txXfrm>
    </dsp:sp>
    <dsp:sp modelId="{02643AD9-D48F-674C-B381-2F27990C9E56}">
      <dsp:nvSpPr>
        <dsp:cNvPr id="0" name=""/>
        <dsp:cNvSpPr/>
      </dsp:nvSpPr>
      <dsp:spPr>
        <a:xfrm>
          <a:off x="546391" y="27257"/>
          <a:ext cx="7649480" cy="53136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Schema</a:t>
          </a:r>
        </a:p>
      </dsp:txBody>
      <dsp:txXfrm>
        <a:off x="572330" y="53196"/>
        <a:ext cx="7597602" cy="479482"/>
      </dsp:txXfrm>
    </dsp:sp>
    <dsp:sp modelId="{496A0182-6C69-894D-9CCD-E5098E7036AF}">
      <dsp:nvSpPr>
        <dsp:cNvPr id="0" name=""/>
        <dsp:cNvSpPr/>
      </dsp:nvSpPr>
      <dsp:spPr>
        <a:xfrm>
          <a:off x="0" y="1704767"/>
          <a:ext cx="10927829" cy="1048950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374904" rIns="848121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Applying Predefined Schema to AI Agent Models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Prompt Engineering</a:t>
          </a:r>
        </a:p>
      </dsp:txBody>
      <dsp:txXfrm>
        <a:off x="0" y="1704767"/>
        <a:ext cx="10927829" cy="1048950"/>
      </dsp:txXfrm>
    </dsp:sp>
    <dsp:sp modelId="{698D172C-851B-DB4E-B572-8C43556409B7}">
      <dsp:nvSpPr>
        <dsp:cNvPr id="0" name=""/>
        <dsp:cNvSpPr/>
      </dsp:nvSpPr>
      <dsp:spPr>
        <a:xfrm>
          <a:off x="546391" y="1439087"/>
          <a:ext cx="7649480" cy="53136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AI agent orchestration</a:t>
          </a:r>
        </a:p>
      </dsp:txBody>
      <dsp:txXfrm>
        <a:off x="572330" y="1465026"/>
        <a:ext cx="7597602" cy="479482"/>
      </dsp:txXfrm>
    </dsp:sp>
    <dsp:sp modelId="{480AE19B-DF48-A746-9C9A-DDB9D9B570DB}">
      <dsp:nvSpPr>
        <dsp:cNvPr id="0" name=""/>
        <dsp:cNvSpPr/>
      </dsp:nvSpPr>
      <dsp:spPr>
        <a:xfrm>
          <a:off x="0" y="3116597"/>
          <a:ext cx="10927829" cy="1048950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374904" rIns="848121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Define Graph Entities and Relationships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Build knowledge graph</a:t>
          </a:r>
        </a:p>
      </dsp:txBody>
      <dsp:txXfrm>
        <a:off x="0" y="3116597"/>
        <a:ext cx="10927829" cy="1048950"/>
      </dsp:txXfrm>
    </dsp:sp>
    <dsp:sp modelId="{F4A3C753-C258-F74A-B59A-BD74D15F32FC}">
      <dsp:nvSpPr>
        <dsp:cNvPr id="0" name=""/>
        <dsp:cNvSpPr/>
      </dsp:nvSpPr>
      <dsp:spPr>
        <a:xfrm>
          <a:off x="546391" y="2850917"/>
          <a:ext cx="7649480" cy="53136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Network graph</a:t>
          </a:r>
        </a:p>
      </dsp:txBody>
      <dsp:txXfrm>
        <a:off x="572330" y="2876856"/>
        <a:ext cx="7597602" cy="47948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7C5CF3-A010-8B45-AFFC-26EF7A631F39}">
      <dsp:nvSpPr>
        <dsp:cNvPr id="0" name=""/>
        <dsp:cNvSpPr/>
      </dsp:nvSpPr>
      <dsp:spPr>
        <a:xfrm>
          <a:off x="1754022" y="593571"/>
          <a:ext cx="3969670" cy="3969670"/>
        </a:xfrm>
        <a:prstGeom prst="blockArc">
          <a:avLst>
            <a:gd name="adj1" fmla="val 11880000"/>
            <a:gd name="adj2" fmla="val 16200000"/>
            <a:gd name="adj3" fmla="val 4636"/>
          </a:avLst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88C40BF-096C-6E45-B70A-D5457BF568A5}">
      <dsp:nvSpPr>
        <dsp:cNvPr id="0" name=""/>
        <dsp:cNvSpPr/>
      </dsp:nvSpPr>
      <dsp:spPr>
        <a:xfrm>
          <a:off x="1754022" y="593571"/>
          <a:ext cx="3969670" cy="3969670"/>
        </a:xfrm>
        <a:prstGeom prst="blockArc">
          <a:avLst>
            <a:gd name="adj1" fmla="val 7560000"/>
            <a:gd name="adj2" fmla="val 11880000"/>
            <a:gd name="adj3" fmla="val 4636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207E345-D24F-5A42-946D-9AAF0C07ED37}">
      <dsp:nvSpPr>
        <dsp:cNvPr id="0" name=""/>
        <dsp:cNvSpPr/>
      </dsp:nvSpPr>
      <dsp:spPr>
        <a:xfrm>
          <a:off x="1754022" y="593571"/>
          <a:ext cx="3969670" cy="3969670"/>
        </a:xfrm>
        <a:prstGeom prst="blockArc">
          <a:avLst>
            <a:gd name="adj1" fmla="val 3240000"/>
            <a:gd name="adj2" fmla="val 7560000"/>
            <a:gd name="adj3" fmla="val 4636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D2227AD-6BBD-2349-96A3-3BBC40D90721}">
      <dsp:nvSpPr>
        <dsp:cNvPr id="0" name=""/>
        <dsp:cNvSpPr/>
      </dsp:nvSpPr>
      <dsp:spPr>
        <a:xfrm>
          <a:off x="1754022" y="593571"/>
          <a:ext cx="3969670" cy="3969670"/>
        </a:xfrm>
        <a:prstGeom prst="blockArc">
          <a:avLst>
            <a:gd name="adj1" fmla="val 20520000"/>
            <a:gd name="adj2" fmla="val 3240000"/>
            <a:gd name="adj3" fmla="val 4636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1DA4A7C-0149-134B-A472-996A2DE216A3}">
      <dsp:nvSpPr>
        <dsp:cNvPr id="0" name=""/>
        <dsp:cNvSpPr/>
      </dsp:nvSpPr>
      <dsp:spPr>
        <a:xfrm>
          <a:off x="1754022" y="593571"/>
          <a:ext cx="3969670" cy="3969670"/>
        </a:xfrm>
        <a:prstGeom prst="blockArc">
          <a:avLst>
            <a:gd name="adj1" fmla="val 16200000"/>
            <a:gd name="adj2" fmla="val 20520000"/>
            <a:gd name="adj3" fmla="val 4636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A3B6505-5448-9848-9CF4-32B59F95D9AE}">
      <dsp:nvSpPr>
        <dsp:cNvPr id="0" name=""/>
        <dsp:cNvSpPr/>
      </dsp:nvSpPr>
      <dsp:spPr>
        <a:xfrm>
          <a:off x="2826050" y="1665599"/>
          <a:ext cx="1825614" cy="1825614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Agent Orchestration</a:t>
          </a:r>
        </a:p>
      </dsp:txBody>
      <dsp:txXfrm>
        <a:off x="3093405" y="1932954"/>
        <a:ext cx="1290904" cy="1290904"/>
      </dsp:txXfrm>
    </dsp:sp>
    <dsp:sp modelId="{C01E5173-3F7A-3348-85BB-F2C68ED23B82}">
      <dsp:nvSpPr>
        <dsp:cNvPr id="0" name=""/>
        <dsp:cNvSpPr/>
      </dsp:nvSpPr>
      <dsp:spPr>
        <a:xfrm>
          <a:off x="3099892" y="611"/>
          <a:ext cx="1277929" cy="1277929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Text Extraction</a:t>
          </a:r>
        </a:p>
      </dsp:txBody>
      <dsp:txXfrm>
        <a:off x="3287040" y="187759"/>
        <a:ext cx="903633" cy="903633"/>
      </dsp:txXfrm>
    </dsp:sp>
    <dsp:sp modelId="{01795EF3-FC6D-914B-9208-326C5F4A100B}">
      <dsp:nvSpPr>
        <dsp:cNvPr id="0" name=""/>
        <dsp:cNvSpPr/>
      </dsp:nvSpPr>
      <dsp:spPr>
        <a:xfrm>
          <a:off x="4943829" y="1340310"/>
          <a:ext cx="1277929" cy="1277929"/>
        </a:xfrm>
        <a:prstGeom prst="ellips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Schema-Guided Analysis</a:t>
          </a:r>
        </a:p>
      </dsp:txBody>
      <dsp:txXfrm>
        <a:off x="5130977" y="1527458"/>
        <a:ext cx="903633" cy="903633"/>
      </dsp:txXfrm>
    </dsp:sp>
    <dsp:sp modelId="{474C2B3D-6A95-0446-A4E2-4CA7E1D775EE}">
      <dsp:nvSpPr>
        <dsp:cNvPr id="0" name=""/>
        <dsp:cNvSpPr/>
      </dsp:nvSpPr>
      <dsp:spPr>
        <a:xfrm>
          <a:off x="4239508" y="3507988"/>
          <a:ext cx="1277929" cy="1277929"/>
        </a:xfrm>
        <a:prstGeom prst="ellipse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Entity Resolution</a:t>
          </a:r>
        </a:p>
      </dsp:txBody>
      <dsp:txXfrm>
        <a:off x="4426656" y="3695136"/>
        <a:ext cx="903633" cy="903633"/>
      </dsp:txXfrm>
    </dsp:sp>
    <dsp:sp modelId="{74C75261-A8DC-D246-B576-9F9074D4A2DE}">
      <dsp:nvSpPr>
        <dsp:cNvPr id="0" name=""/>
        <dsp:cNvSpPr/>
      </dsp:nvSpPr>
      <dsp:spPr>
        <a:xfrm>
          <a:off x="1960276" y="3507988"/>
          <a:ext cx="1277929" cy="1277929"/>
        </a:xfrm>
        <a:prstGeom prst="ellipse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/>
            <a:t>Automated Data Validation </a:t>
          </a:r>
        </a:p>
      </dsp:txBody>
      <dsp:txXfrm>
        <a:off x="2147424" y="3695136"/>
        <a:ext cx="903633" cy="903633"/>
      </dsp:txXfrm>
    </dsp:sp>
    <dsp:sp modelId="{0ACD590A-A7C1-3C4D-B37B-2E7E384B498B}">
      <dsp:nvSpPr>
        <dsp:cNvPr id="0" name=""/>
        <dsp:cNvSpPr/>
      </dsp:nvSpPr>
      <dsp:spPr>
        <a:xfrm>
          <a:off x="1255955" y="1340310"/>
          <a:ext cx="1277929" cy="1277929"/>
        </a:xfrm>
        <a:prstGeom prst="ellips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Knowledge Graph Generation</a:t>
          </a:r>
        </a:p>
      </dsp:txBody>
      <dsp:txXfrm>
        <a:off x="1443103" y="1527458"/>
        <a:ext cx="903633" cy="90363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3D2354-1E06-9A4A-9EFD-27DF6816E13E}">
      <dsp:nvSpPr>
        <dsp:cNvPr id="0" name=""/>
        <dsp:cNvSpPr/>
      </dsp:nvSpPr>
      <dsp:spPr>
        <a:xfrm>
          <a:off x="2592" y="16537"/>
          <a:ext cx="1558685" cy="2304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96" tIns="32512" rIns="56896" bIns="32512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800" kern="1200"/>
            <a:t>Model</a:t>
          </a:r>
        </a:p>
      </dsp:txBody>
      <dsp:txXfrm>
        <a:off x="2592" y="16537"/>
        <a:ext cx="1558685" cy="230400"/>
      </dsp:txXfrm>
    </dsp:sp>
    <dsp:sp modelId="{AB1F30D2-E8A1-DF46-8B26-8E46FD0FED46}">
      <dsp:nvSpPr>
        <dsp:cNvPr id="0" name=""/>
        <dsp:cNvSpPr/>
      </dsp:nvSpPr>
      <dsp:spPr>
        <a:xfrm>
          <a:off x="2592" y="246937"/>
          <a:ext cx="1558685" cy="1199564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672" tIns="42672" rIns="56896" bIns="64008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Complex reasoning and ambiguous documents.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Fast extraction and classification.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Cost and process-volume requirements.</a:t>
          </a:r>
        </a:p>
      </dsp:txBody>
      <dsp:txXfrm>
        <a:off x="2592" y="246937"/>
        <a:ext cx="1558685" cy="1199564"/>
      </dsp:txXfrm>
    </dsp:sp>
    <dsp:sp modelId="{A1B0CC3E-75DB-9D4D-BBA9-2FC9138FE45E}">
      <dsp:nvSpPr>
        <dsp:cNvPr id="0" name=""/>
        <dsp:cNvSpPr/>
      </dsp:nvSpPr>
      <dsp:spPr>
        <a:xfrm>
          <a:off x="1779494" y="16537"/>
          <a:ext cx="1558685" cy="23040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96" tIns="32512" rIns="56896" bIns="32512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800" kern="1200"/>
            <a:t>Instructions</a:t>
          </a:r>
        </a:p>
      </dsp:txBody>
      <dsp:txXfrm>
        <a:off x="1779494" y="16537"/>
        <a:ext cx="1558685" cy="230400"/>
      </dsp:txXfrm>
    </dsp:sp>
    <dsp:sp modelId="{C8F22DB3-29B6-D44D-B516-F16DEBD66D03}">
      <dsp:nvSpPr>
        <dsp:cNvPr id="0" name=""/>
        <dsp:cNvSpPr/>
      </dsp:nvSpPr>
      <dsp:spPr>
        <a:xfrm>
          <a:off x="1779494" y="246937"/>
          <a:ext cx="1558685" cy="1199564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672" tIns="42672" rIns="56896" bIns="64008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Agent role and objectives.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Research topics and target fields.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Field definitions and extraction rules.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Handling of missing or uncertain information.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Boundaries on what agent must not infer.</a:t>
          </a:r>
        </a:p>
      </dsp:txBody>
      <dsp:txXfrm>
        <a:off x="1779494" y="246937"/>
        <a:ext cx="1558685" cy="1199564"/>
      </dsp:txXfrm>
    </dsp:sp>
    <dsp:sp modelId="{227D93E0-55FB-E944-8076-EF64169DC1CC}">
      <dsp:nvSpPr>
        <dsp:cNvPr id="0" name=""/>
        <dsp:cNvSpPr/>
      </dsp:nvSpPr>
      <dsp:spPr>
        <a:xfrm>
          <a:off x="3556396" y="16537"/>
          <a:ext cx="1558685" cy="23040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96" tIns="32512" rIns="56896" bIns="32512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800" kern="1200"/>
            <a:t>Predefined schema</a:t>
          </a:r>
        </a:p>
      </dsp:txBody>
      <dsp:txXfrm>
        <a:off x="3556396" y="16537"/>
        <a:ext cx="1558685" cy="230400"/>
      </dsp:txXfrm>
    </dsp:sp>
    <dsp:sp modelId="{4DFE7227-154D-7E43-A147-5FD4516BE57C}">
      <dsp:nvSpPr>
        <dsp:cNvPr id="0" name=""/>
        <dsp:cNvSpPr/>
      </dsp:nvSpPr>
      <dsp:spPr>
        <a:xfrm>
          <a:off x="3556396" y="246937"/>
          <a:ext cx="1558685" cy="1199564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672" tIns="42672" rIns="56896" bIns="64008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Field and nested objects.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Data types.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Requirements and optional values.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Structured, machine-readable output.</a:t>
          </a:r>
        </a:p>
      </dsp:txBody>
      <dsp:txXfrm>
        <a:off x="3556396" y="246937"/>
        <a:ext cx="1558685" cy="1199564"/>
      </dsp:txXfrm>
    </dsp:sp>
    <dsp:sp modelId="{5C6157D7-4098-B747-B15B-C57B005F51E0}">
      <dsp:nvSpPr>
        <dsp:cNvPr id="0" name=""/>
        <dsp:cNvSpPr/>
      </dsp:nvSpPr>
      <dsp:spPr>
        <a:xfrm>
          <a:off x="5333297" y="16537"/>
          <a:ext cx="1558685" cy="23040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896" tIns="32512" rIns="56896" bIns="32512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800" kern="1200"/>
            <a:t>Agent tools</a:t>
          </a:r>
        </a:p>
      </dsp:txBody>
      <dsp:txXfrm>
        <a:off x="5333297" y="16537"/>
        <a:ext cx="1558685" cy="230400"/>
      </dsp:txXfrm>
    </dsp:sp>
    <dsp:sp modelId="{B543A866-6B17-0345-9D45-54C125664D50}">
      <dsp:nvSpPr>
        <dsp:cNvPr id="0" name=""/>
        <dsp:cNvSpPr/>
      </dsp:nvSpPr>
      <dsp:spPr>
        <a:xfrm>
          <a:off x="5333297" y="246937"/>
          <a:ext cx="1558685" cy="1199564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672" tIns="42672" rIns="56896" bIns="64008" numCol="1" spcCol="1270" anchor="t" anchorCtr="0">
          <a:noAutofit/>
        </a:bodyPr>
        <a:lstStyle/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File or vector search –retrieve document passages.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Web search – obtain permitted external information.</a:t>
          </a:r>
        </a:p>
        <a:p>
          <a:pPr marL="57150" lvl="1" indent="-57150" algn="l" defTabSz="355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800" kern="1200"/>
            <a:t>MCP</a:t>
          </a:r>
        </a:p>
      </dsp:txBody>
      <dsp:txXfrm>
        <a:off x="5333297" y="246937"/>
        <a:ext cx="1558685" cy="119956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6F0AF6-8394-B141-AB7C-A8DCB26669C9}">
      <dsp:nvSpPr>
        <dsp:cNvPr id="0" name=""/>
        <dsp:cNvSpPr/>
      </dsp:nvSpPr>
      <dsp:spPr>
        <a:xfrm>
          <a:off x="0" y="435334"/>
          <a:ext cx="10515600" cy="1890000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520700" rIns="816127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Define nodes/edges, for example:</a:t>
          </a:r>
        </a:p>
        <a:p>
          <a:pPr marL="457200" lvl="2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nodes = people, papers/documents, events</a:t>
          </a:r>
        </a:p>
        <a:p>
          <a:pPr marL="457200" lvl="2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edges = </a:t>
          </a:r>
          <a:r>
            <a:rPr lang="en-AU" sz="2500" kern="1200" dirty="0"/>
            <a:t>AFFILIATED_WITH, MENTIONED_IN </a:t>
          </a:r>
          <a:endParaRPr lang="en-US" sz="2500" kern="1200" dirty="0"/>
        </a:p>
      </dsp:txBody>
      <dsp:txXfrm>
        <a:off x="0" y="435334"/>
        <a:ext cx="10515600" cy="1890000"/>
      </dsp:txXfrm>
    </dsp:sp>
    <dsp:sp modelId="{254632B2-211D-CB49-BF2F-0B5D50FCA73C}">
      <dsp:nvSpPr>
        <dsp:cNvPr id="0" name=""/>
        <dsp:cNvSpPr/>
      </dsp:nvSpPr>
      <dsp:spPr>
        <a:xfrm>
          <a:off x="525780" y="66334"/>
          <a:ext cx="7360920" cy="73800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Graph Schema Definition</a:t>
          </a:r>
        </a:p>
      </dsp:txBody>
      <dsp:txXfrm>
        <a:off x="561806" y="102360"/>
        <a:ext cx="7288868" cy="665948"/>
      </dsp:txXfrm>
    </dsp:sp>
    <dsp:sp modelId="{C2156B9D-AF42-0B46-B6D3-29B1C111C162}">
      <dsp:nvSpPr>
        <dsp:cNvPr id="0" name=""/>
        <dsp:cNvSpPr/>
      </dsp:nvSpPr>
      <dsp:spPr>
        <a:xfrm>
          <a:off x="0" y="2829334"/>
          <a:ext cx="10515600" cy="1456875"/>
        </a:xfrm>
        <a:prstGeom prst="rect">
          <a:avLst/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520700" rIns="816127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Create custom tools.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Use tool software such as Gephi Layout software.</a:t>
          </a:r>
        </a:p>
      </dsp:txBody>
      <dsp:txXfrm>
        <a:off x="0" y="2829334"/>
        <a:ext cx="10515600" cy="1456875"/>
      </dsp:txXfrm>
    </dsp:sp>
    <dsp:sp modelId="{2173DE51-3528-CC4C-9665-2AE1EC87577B}">
      <dsp:nvSpPr>
        <dsp:cNvPr id="0" name=""/>
        <dsp:cNvSpPr/>
      </dsp:nvSpPr>
      <dsp:spPr>
        <a:xfrm>
          <a:off x="525780" y="2460334"/>
          <a:ext cx="7360920" cy="738000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Graph Generation Tools</a:t>
          </a:r>
        </a:p>
      </dsp:txBody>
      <dsp:txXfrm>
        <a:off x="561806" y="2496360"/>
        <a:ext cx="7288868" cy="665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0228B9-FBCB-614A-9DD1-223C29711C5E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88EE53-8C5F-F34A-A218-4C3D7EC5C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058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C49CCA-7123-7E4D-96BE-74BB9D1B415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65521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dirty="0"/>
              <a:t>Meanjin</a:t>
            </a:r>
            <a:r>
              <a:rPr lang="en-US" dirty="0"/>
              <a:t> - meaning ‘</a:t>
            </a:r>
            <a:r>
              <a:rPr lang="en-AU" b="0" i="0" dirty="0">
                <a:solidFill>
                  <a:srgbClr val="1F1F1F"/>
                </a:solidFill>
                <a:effectLst/>
                <a:latin typeface="Google Sans"/>
              </a:rPr>
              <a:t>place shaped as a spike’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09EDF1E-4D84-41DB-8099-E2414ED3D470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A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71029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b="1" dirty="0"/>
              <a:t>Closing statement: </a:t>
            </a:r>
            <a:r>
              <a:rPr lang="en-AU" dirty="0"/>
              <a:t>We need a method that preserves the meaning and provenance of narrative material while transforming it into structured, </a:t>
            </a:r>
            <a:r>
              <a:rPr lang="en-AU" dirty="0" err="1"/>
              <a:t>queryable</a:t>
            </a:r>
            <a:r>
              <a:rPr lang="en-AU" dirty="0"/>
              <a:t> research data.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b="1" dirty="0"/>
              <a:t>Suggested visual </a:t>
            </a:r>
            <a:r>
              <a:rPr lang="en-AU" b="1" dirty="0">
                <a:sym typeface="Wingdings" pitchFamily="2" charset="2"/>
              </a:rPr>
              <a:t> </a:t>
            </a:r>
            <a:r>
              <a:rPr lang="en-AU" dirty="0"/>
              <a:t>Show three stages: </a:t>
            </a:r>
            <a:r>
              <a:rPr lang="en-AU" b="1" dirty="0"/>
              <a:t>Narrative documents</a:t>
            </a:r>
            <a:r>
              <a:rPr lang="en-AU" dirty="0"/>
              <a:t> → </a:t>
            </a:r>
            <a:r>
              <a:rPr lang="en-AU" b="1" dirty="0"/>
              <a:t>fragmented information</a:t>
            </a:r>
            <a:r>
              <a:rPr lang="en-AU" dirty="0"/>
              <a:t> → </a:t>
            </a:r>
            <a:r>
              <a:rPr lang="en-AU" b="1" dirty="0"/>
              <a:t>researchable representation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dirty="0"/>
              <a:t>A few faded archival pages could be used as an illustrative background, while keeping the discussion general.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8EE53-8C5F-F34A-A218-4C3D7EC5CB2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5643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b="1" dirty="0"/>
              <a:t> Semantic automation</a:t>
            </a:r>
            <a:r>
              <a:rPr lang="en-AU" dirty="0"/>
              <a:t> uses language models, schemas, tools and validation processes to: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dirty="0"/>
              <a:t>identify research-relevant entities, events, attributes and relationships;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dirty="0"/>
              <a:t>convert them into structured and machine-readable records;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dirty="0"/>
              <a:t>preserve links to supporting source evidence;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dirty="0"/>
              <a:t>coordinate multiple specialised processing steps; and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dirty="0"/>
              <a:t>enable subsequent querying, graph analysis and interactive inquiry. 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Could also consider a diagram like the one below, or you can just talk about/discuss it without a diagram:</a:t>
            </a:r>
          </a:p>
          <a:p>
            <a:endParaRPr lang="en-US" dirty="0"/>
          </a:p>
          <a:p>
            <a:pPr lvl="1"/>
            <a:r>
              <a:rPr lang="en-AU" dirty="0"/>
              <a:t>Source documents </a:t>
            </a:r>
          </a:p>
          <a:p>
            <a:pPr lvl="1"/>
            <a:r>
              <a:rPr lang="en-AU" dirty="0"/>
              <a:t>↓ </a:t>
            </a:r>
          </a:p>
          <a:p>
            <a:pPr lvl="1"/>
            <a:r>
              <a:rPr lang="en-AU" dirty="0"/>
              <a:t>Ingestion, OCR and preprocessing </a:t>
            </a:r>
          </a:p>
          <a:p>
            <a:pPr lvl="1"/>
            <a:r>
              <a:rPr lang="en-AU" dirty="0"/>
              <a:t>↓ </a:t>
            </a:r>
          </a:p>
          <a:p>
            <a:pPr lvl="1"/>
            <a:r>
              <a:rPr lang="en-AU" dirty="0"/>
              <a:t>Retrieval and context assembly </a:t>
            </a:r>
          </a:p>
          <a:p>
            <a:pPr lvl="1"/>
            <a:r>
              <a:rPr lang="en-AU" dirty="0"/>
              <a:t>↓ </a:t>
            </a:r>
          </a:p>
          <a:p>
            <a:pPr lvl="1"/>
            <a:r>
              <a:rPr lang="en-AU" dirty="0"/>
              <a:t>Schema-guided entity and event extraction </a:t>
            </a:r>
          </a:p>
          <a:p>
            <a:pPr lvl="1"/>
            <a:r>
              <a:rPr lang="en-AU" dirty="0"/>
              <a:t>↓ </a:t>
            </a:r>
          </a:p>
          <a:p>
            <a:pPr lvl="1"/>
            <a:r>
              <a:rPr lang="en-AU" dirty="0"/>
              <a:t>Entity resolution and relationship extraction </a:t>
            </a:r>
          </a:p>
          <a:p>
            <a:pPr lvl="1"/>
            <a:r>
              <a:rPr lang="en-AU" dirty="0"/>
              <a:t>↓ </a:t>
            </a:r>
          </a:p>
          <a:p>
            <a:pPr lvl="1"/>
            <a:r>
              <a:rPr lang="en-AU" dirty="0"/>
              <a:t>Validation, guardrails and human review </a:t>
            </a:r>
          </a:p>
          <a:p>
            <a:pPr lvl="1"/>
            <a:r>
              <a:rPr lang="en-AU" dirty="0"/>
              <a:t>↓ </a:t>
            </a:r>
          </a:p>
          <a:p>
            <a:pPr lvl="1"/>
            <a:r>
              <a:rPr lang="en-AU" dirty="0"/>
              <a:t>Structured database / knowledge graph </a:t>
            </a:r>
          </a:p>
          <a:p>
            <a:pPr lvl="1"/>
            <a:r>
              <a:rPr lang="en-AU" dirty="0"/>
              <a:t>↓ </a:t>
            </a:r>
          </a:p>
          <a:p>
            <a:pPr lvl="1"/>
            <a:r>
              <a:rPr lang="en-AU" dirty="0"/>
              <a:t>Search, analysis, visualisation and interactive inquiry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8EE53-8C5F-F34A-A218-4C3D7EC5CB2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0616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dirty="0"/>
              <a:t>Text Extraction: extracting text from documents by extracting text or running OCR on scanned-image documents.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dirty="0"/>
              <a:t>Schema guided Analysis: transfer research identification into structural schema. Defining AI agent to deliver the result based on predefined schema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dirty="0"/>
              <a:t>Entity Resolution: Identify and consolidate duplicated entity records.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dirty="0"/>
              <a:t>Automated Data Validation: it validates data for formatting errors , inconsistencies, missing values, and typographical issues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dirty="0"/>
              <a:t>Knowledge Graph Generation Progress: define relationships between schema objects and transform validated data into logical network of connected entities.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U" dirty="0"/>
              <a:t>Note: Human review supports every stage by checking ambiguous cases, validating outputs, and correcting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8EE53-8C5F-F34A-A218-4C3D7EC5CB2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383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dirty="0"/>
              <a:t>For a lightly historical example, relationship types might include: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PARTICIPATED_IN</a:t>
            </a:r>
            <a:r>
              <a:rPr lang="en-AU" dirty="0"/>
              <a:t>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TESTIFIED_IN</a:t>
            </a:r>
            <a:r>
              <a:rPr lang="en-AU" dirty="0"/>
              <a:t>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RELATED_TO</a:t>
            </a:r>
            <a:r>
              <a:rPr lang="en-AU" dirty="0"/>
              <a:t>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AFFILIATED_WITH</a:t>
            </a:r>
            <a:r>
              <a:rPr lang="en-AU" dirty="0"/>
              <a:t>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OCCURRED_AT</a:t>
            </a:r>
            <a:r>
              <a:rPr lang="en-AU" dirty="0"/>
              <a:t>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CHARGED_WITH</a:t>
            </a:r>
            <a:r>
              <a:rPr lang="en-AU" dirty="0"/>
              <a:t>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RECEIVED_SANCTION</a:t>
            </a:r>
            <a:r>
              <a:rPr lang="en-AU" dirty="0"/>
              <a:t>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MENTIONED_IN</a:t>
            </a:r>
            <a:r>
              <a:rPr lang="en-A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dirty="0"/>
              <a:t>The important point is not the precise labels, but that the graph relationships are defined </a:t>
            </a:r>
            <a:r>
              <a:rPr lang="en-AU" b="1" dirty="0"/>
              <a:t>within the schema before extraction begins</a:t>
            </a:r>
            <a:r>
              <a:rPr lang="en-A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8EE53-8C5F-F34A-A218-4C3D7EC5CB2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2099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8EE53-8C5F-F34A-A218-4C3D7EC5CB2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9549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C3E98-40CB-6DFE-87EA-AEB9A458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F62BD6-00A1-28F9-865F-2D088EAEC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07ABF3-4A48-8DD9-F294-C027A25D5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AC33F1-4281-DE91-7B81-FD570E2359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88EE53-8C5F-F34A-A218-4C3D7EC5CB2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44770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8EE53-8C5F-F34A-A218-4C3D7EC5CB2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2332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8EE53-8C5F-F34A-A218-4C3D7EC5CB2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7991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8EE53-8C5F-F34A-A218-4C3D7EC5CB2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8979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Compared to cost/time for a human RA, very attractive here with LLMs..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8EE53-8C5F-F34A-A218-4C3D7EC5CB2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474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8EE53-8C5F-F34A-A218-4C3D7EC5CB2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5427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8EE53-8C5F-F34A-A218-4C3D7EC5CB2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5314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FEEF6-B4C6-E44B-AF43-A47BF35A72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A54DFA-531D-E41F-193C-CDBC3F98C6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84D58-154E-7E91-741A-E2ABE71C5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4A317-6CE3-8E43-87CD-6894763723CF}" type="datetimeFigureOut">
              <a:rPr lang="en-VN" smtClean="0"/>
              <a:t>8/3/26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B5C07-5A6C-F8FF-C17F-F64CF325E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176880-E53B-89E1-436B-90C877297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764DC-2A53-8E49-8FB3-1136879F84D0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00279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E892F-E372-8E61-24ED-A1D3D7097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92BF8D-29BC-591F-8BD9-03C04954C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7FC012-5957-3B96-9E96-32E14ECCB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4A317-6CE3-8E43-87CD-6894763723CF}" type="datetimeFigureOut">
              <a:rPr lang="en-VN" smtClean="0"/>
              <a:t>8/3/26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7F79D-1F4B-1A5E-83E6-4C8EA8D46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589765-3E35-E481-9C78-8E02CD0C6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764DC-2A53-8E49-8FB3-1136879F84D0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48451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01313-5D43-60FF-1AA7-F2EDDD609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D66EC-349C-D7C1-1371-58CFE97069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2963D8-A1DF-E636-BE3F-8D1618666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4A317-6CE3-8E43-87CD-6894763723CF}" type="datetimeFigureOut">
              <a:rPr lang="en-VN" smtClean="0"/>
              <a:t>8/3/26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5F5BE5-415C-4D6A-BB3A-AB5D5CC79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5FE99-420A-9C43-B5FE-EC67018C1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764DC-2A53-8E49-8FB3-1136879F84D0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527559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C21AE-364F-D5D6-A04D-696F10E12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8F3E6-0616-C18E-363D-BB5554FBD6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3C228D-200F-D1CA-0919-6065EF3E09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6C1ED9-0F1C-A7B7-265D-28D1AF9CF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4A317-6CE3-8E43-87CD-6894763723CF}" type="datetimeFigureOut">
              <a:rPr lang="en-VN" smtClean="0"/>
              <a:t>8/3/26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84EB9D-4CFC-6021-4F73-66A24FDD2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54E91A-123E-6718-6F50-760E2C562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764DC-2A53-8E49-8FB3-1136879F84D0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18453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BA658-6F10-3631-BC74-CC3310D4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68555F-CF44-47E1-00A1-8D02643D92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A2DA1D-703A-881D-37A7-8420D6750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FEDE37-1B57-3AE0-8096-B5983FC92B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D2A941-88D0-0694-1A97-FDD8A96478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C9F185-DBC3-7C3C-DC8B-54CA7D545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4A317-6CE3-8E43-87CD-6894763723CF}" type="datetimeFigureOut">
              <a:rPr lang="en-VN" smtClean="0"/>
              <a:t>8/3/26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886204-0665-BD07-8015-900929DCA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FBE313-2B38-5768-70B5-06A52B2C2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764DC-2A53-8E49-8FB3-1136879F84D0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101436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0D87F-1909-5054-AB18-04F65F302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3242A5-3D9D-D7A1-3E4B-F852A7E67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4A317-6CE3-8E43-87CD-6894763723CF}" type="datetimeFigureOut">
              <a:rPr lang="en-VN" smtClean="0"/>
              <a:t>8/3/26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CB89B1-4F1A-AE21-BB71-846BD02FC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72223-69E4-963D-2B10-ADFA7E7CE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764DC-2A53-8E49-8FB3-1136879F84D0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46110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F5E0F7-56A4-B53B-C219-31A57A2E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4A317-6CE3-8E43-87CD-6894763723CF}" type="datetimeFigureOut">
              <a:rPr lang="en-VN" smtClean="0"/>
              <a:t>8/3/26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CFD130-9549-8204-C444-05BA8E4ED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02968-8C77-B8D7-3BF6-71B299DC0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764DC-2A53-8E49-8FB3-1136879F84D0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547586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C0814-CD0C-99FF-D2D3-7AF68D6AB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431F5-5361-8212-2FCD-A50CBF3AE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697CE9-E8D9-075E-69D2-935091D3FD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54721-517F-3971-8216-1BD5CE8F5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4A317-6CE3-8E43-87CD-6894763723CF}" type="datetimeFigureOut">
              <a:rPr lang="en-VN" smtClean="0"/>
              <a:t>8/3/26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39099B-50A9-465C-D190-402D60788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1B8783-A9F6-5E59-F967-3023E288A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764DC-2A53-8E49-8FB3-1136879F84D0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22189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92F49-F018-CACE-6EAC-6EA01DAF3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F764A5-3268-F179-BA07-09057B622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1DEF15-BF49-FA80-C948-EEC2EC033A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E05562-5140-733C-43D7-480939F9F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4A317-6CE3-8E43-87CD-6894763723CF}" type="datetimeFigureOut">
              <a:rPr lang="en-VN" smtClean="0"/>
              <a:t>8/3/26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27DAC2-4D5B-F601-C710-73304C363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11C0A1-B22E-1BE3-4863-5B08B951F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764DC-2A53-8E49-8FB3-1136879F84D0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49912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F7B2B-A473-9A40-CF4D-78E393A8E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BCC157-86D4-CBC3-E0FB-C58F1489DB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01700-4FE1-5157-31E8-4523F0677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4A317-6CE3-8E43-87CD-6894763723CF}" type="datetimeFigureOut">
              <a:rPr lang="en-VN" smtClean="0"/>
              <a:t>8/3/26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88011-9A70-0DF5-12C2-E36520AEA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57457F-0954-EA3A-857B-8F89388AA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764DC-2A53-8E49-8FB3-1136879F84D0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87508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55015F-3BDA-F1EB-6486-98C804CAFB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B325BC-5A3B-3F8C-BF66-2FD94117A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659D7F-6703-E805-2AB8-6D8D40B5B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4A317-6CE3-8E43-87CD-6894763723CF}" type="datetimeFigureOut">
              <a:rPr lang="en-VN" smtClean="0"/>
              <a:t>8/3/26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6F7605-B531-529E-07E2-71B21EF56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48555C-0488-C2BC-A84B-FDFA231D2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764DC-2A53-8E49-8FB3-1136879F84D0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2960208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148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377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3699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4028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979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20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1461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49531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63851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5236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4687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87A45-406B-4DD4-8A4E-C52D262AA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781DDF-7A5E-4040-829B-E49F3FF97C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D9A38-D527-4C0B-9D02-AA7437E90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F58F4-23BE-433E-A3CA-C48BB8200DF6}" type="datetime1">
              <a:rPr lang="en-AU" smtClean="0"/>
              <a:t>3/8/2026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91F88-5600-4E92-B160-A2D46419F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3AC9D7-9D86-4806-8EA9-BCE0A2A7F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75DA5-50EC-42E7-AECC-CC828702EB1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030244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18586-BE42-4623-A6F3-AD1D30025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15E2A-AAC5-49DF-89E4-FE7F689F0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E5C9CE-3824-4C31-A442-FC6CF1458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AF0AA-3F95-4139-99AA-FC6CA9588F84}" type="datetime1">
              <a:rPr lang="en-AU" smtClean="0"/>
              <a:t>3/8/2026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4FCE19-E0D2-481B-B2E0-5B6E27BE2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A4CE9-EEF5-463B-8926-CE98D2AEF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75DA5-50EC-42E7-AECC-CC828702EB10}" type="slidenum">
              <a:rPr lang="en-AU" smtClean="0"/>
              <a:t>‹#›</a:t>
            </a:fld>
            <a:endParaRPr lang="en-AU"/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5CB520E7-B811-4F38-A3F5-DBF668038804}"/>
              </a:ext>
            </a:extLst>
          </p:cNvPr>
          <p:cNvSpPr/>
          <p:nvPr userDrawn="1"/>
        </p:nvSpPr>
        <p:spPr>
          <a:xfrm>
            <a:off x="428" y="0"/>
            <a:ext cx="196836" cy="685751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1092"/>
          </a:p>
        </p:txBody>
      </p:sp>
    </p:spTree>
    <p:extLst>
      <p:ext uri="{BB962C8B-B14F-4D97-AF65-F5344CB8AC3E}">
        <p14:creationId xmlns:p14="http://schemas.microsoft.com/office/powerpoint/2010/main" val="32138710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9070A-E1E2-4D9C-8843-40849793B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069AC7-8B4F-4E92-9069-18A6E16CFE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910BF-C75C-4306-9F10-A87646CE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93B37-CE2A-477A-B320-4EAD17E769E7}" type="datetime1">
              <a:rPr lang="en-AU" smtClean="0"/>
              <a:t>3/8/2026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4DFAFE-AD61-4421-B131-B9E3CB045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A273C-FCD9-4F62-836C-71C63D2D2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75DA5-50EC-42E7-AECC-CC828702EB10}" type="slidenum">
              <a:rPr lang="en-AU" smtClean="0"/>
              <a:t>‹#›</a:t>
            </a:fld>
            <a:endParaRPr lang="en-AU"/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A473524F-B280-4593-9092-1AD492E3E2FD}"/>
              </a:ext>
            </a:extLst>
          </p:cNvPr>
          <p:cNvSpPr/>
          <p:nvPr userDrawn="1"/>
        </p:nvSpPr>
        <p:spPr>
          <a:xfrm>
            <a:off x="428" y="0"/>
            <a:ext cx="196836" cy="685751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1092"/>
          </a:p>
        </p:txBody>
      </p:sp>
    </p:spTree>
    <p:extLst>
      <p:ext uri="{BB962C8B-B14F-4D97-AF65-F5344CB8AC3E}">
        <p14:creationId xmlns:p14="http://schemas.microsoft.com/office/powerpoint/2010/main" val="37566685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5BB42-19C7-4ADC-AAC2-FD3487937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CE9BB-E927-471C-86A8-104CD0AAD9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467337-E5B6-4B6E-8F8E-A4E6F08572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B1AC2C-236A-484D-A85C-4C5F68CB7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BBC56-B706-4FBD-A4A0-F4A5C9E0FD50}" type="datetime1">
              <a:rPr lang="en-AU" smtClean="0"/>
              <a:t>3/8/2026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4352AD-4B2E-4024-918A-221C2A80C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CB3A69-6799-40FC-8FFA-8B17A8FF5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75DA5-50EC-42E7-AECC-CC828702EB1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97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E37E4-8DDD-4BC5-AE2E-FB2FC8EC9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A6F5E4-3188-4F2F-9660-8C7206BFE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64878B-B662-42A0-8049-EACA6DF2CF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17BC89-6D0B-4352-B7DA-E944466207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151FCC-EFD2-4386-9AF6-9D5322106B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86B453-3C39-4794-BC00-5140D4DBA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58856-1421-4AFF-B54B-9C80BE51B97B}" type="datetime1">
              <a:rPr lang="en-AU" smtClean="0"/>
              <a:t>3/8/2026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740C23-FFAD-4973-8D70-C92F83D7A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2BAEF1-69D2-4860-B247-C19E00FC0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75DA5-50EC-42E7-AECC-CC828702EB1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881076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7D782-AA36-4682-A3A0-A2E5078FD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F1EFBF-DD2F-4D85-A6DF-44E0ABDC9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952E-5867-4E9D-81CF-C26E00B6ADA7}" type="datetime1">
              <a:rPr lang="en-AU" smtClean="0"/>
              <a:t>3/8/2026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BDBEE9-B0C4-4CF0-9703-56AE53D01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218B6A-731C-4A94-BC2C-342BEB8BA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75DA5-50EC-42E7-AECC-CC828702EB1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392296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E38789-D490-4A5D-9BD7-1B8B10CE0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D1E55-53F0-4F67-A189-8D8663F8A664}" type="datetime1">
              <a:rPr lang="en-AU" smtClean="0"/>
              <a:t>3/8/2026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7E4FE3-A890-4722-8CC5-94648CDF1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9D67D5-4798-41AF-A6DD-F2301FAF0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75DA5-50EC-42E7-AECC-CC828702EB1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164202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BBB10-0C9E-450C-8CE1-3F1897017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B2DAC-094A-48AB-8FE4-B20E0C335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611A63-476F-44FF-B9E5-8F326B8E5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58482D-E034-4BEE-B30D-6F5D45819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19C95-16A0-44EE-B9F5-72543E571299}" type="datetime1">
              <a:rPr lang="en-AU" smtClean="0"/>
              <a:t>3/8/2026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8D6C0-2021-49AE-8B26-4207BD611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058CE7-2702-4E16-9C63-FAAEA2BF5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75DA5-50EC-42E7-AECC-CC828702EB1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027000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2A584-6CB1-4080-8585-CC4084619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C71956-4488-4510-B957-22019B3921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DD2122-2123-43B8-9C26-E2616778C7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3A874B-A1F0-4977-8183-A475BC5B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36DCB-21FA-40D8-9001-DAFC23175DED}" type="datetime1">
              <a:rPr lang="en-AU" smtClean="0"/>
              <a:t>3/8/2026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D2F20-C1BE-4A4B-8BEE-5BD72477F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233509-9017-47EE-8ADE-4E1F1D76C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75DA5-50EC-42E7-AECC-CC828702EB1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45626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F2546-2E57-476D-8093-49CDE701E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A378D0-305B-4480-B273-A80BCA2F7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44833F-FAAB-4197-9DD3-BB790DD7A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7DBB22-B8FF-41AF-A550-21A9F886D287}" type="datetime1">
              <a:rPr lang="en-AU" smtClean="0"/>
              <a:t>3/8/2026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56637D-0D49-42F1-BCA4-6208D887C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3D18B9-0409-440E-AA9E-1FA929934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75DA5-50EC-42E7-AECC-CC828702EB1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662833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C0B6A3-797D-4358-B449-AC4FE60EAA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16495-7B4D-46EA-80A1-B1201CBBC5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8CCD51-221D-418C-AC08-3B1C04BE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EA111-D70C-4A6E-AA63-77FD4D443A3B}" type="datetime1">
              <a:rPr lang="en-AU" smtClean="0"/>
              <a:t>3/8/2026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284AEC-074D-415E-A4B9-7AA58B979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E0A85-7705-4381-AAB8-FD2DF7F57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75DA5-50EC-42E7-AECC-CC828702EB1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70330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7054" y="2116182"/>
            <a:ext cx="5491571" cy="151401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l">
              <a:defRPr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6C18C3-ED25-DD4B-BA72-24932D54DE37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7055" y="4549553"/>
            <a:ext cx="5491570" cy="95333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tx2"/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9706A2-3726-FE4E-B923-E75D48597816}"/>
              </a:ext>
            </a:extLst>
          </p:cNvPr>
          <p:cNvCxnSpPr>
            <a:cxnSpLocks/>
          </p:cNvCxnSpPr>
          <p:nvPr userDrawn="1"/>
        </p:nvCxnSpPr>
        <p:spPr>
          <a:xfrm>
            <a:off x="6367055" y="4252111"/>
            <a:ext cx="2133600" cy="3992"/>
          </a:xfrm>
          <a:prstGeom prst="line">
            <a:avLst/>
          </a:prstGeom>
          <a:ln w="101600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996086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5C37098-CEB2-1E45-989B-3DD92F3B1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22" y="2476500"/>
            <a:ext cx="7132320" cy="3289971"/>
          </a:xfrm>
          <a:prstGeom prst="rect">
            <a:avLst/>
          </a:prstGeom>
          <a:ln>
            <a:noFill/>
          </a:ln>
        </p:spPr>
        <p:txBody>
          <a:bodyPr lIns="0" tIns="0" rIns="0" bIns="0" anchor="t" anchorCtr="0">
            <a:normAutofit/>
          </a:bodyPr>
          <a:lstStyle>
            <a:lvl1pPr>
              <a:lnSpc>
                <a:spcPct val="100000"/>
              </a:lnSpc>
              <a:defRPr sz="28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02327D-DBD4-7A4E-ABF2-A946A559A8AD}"/>
              </a:ext>
            </a:extLst>
          </p:cNvPr>
          <p:cNvSpPr txBox="1"/>
          <p:nvPr userDrawn="1"/>
        </p:nvSpPr>
        <p:spPr>
          <a:xfrm>
            <a:off x="699948" y="548291"/>
            <a:ext cx="158937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0" b="1" dirty="0">
                <a:solidFill>
                  <a:schemeClr val="bg1"/>
                </a:solidFill>
              </a:rPr>
              <a:t>“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ACB4ADD-D9F4-984E-B29D-A2CF6D19E810}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9" name="AutoShape 24">
              <a:extLst>
                <a:ext uri="{FF2B5EF4-FFF2-40B4-BE49-F238E27FC236}">
                  <a16:creationId xmlns:a16="http://schemas.microsoft.com/office/drawing/2014/main" id="{5017C477-A988-7041-8A67-3D8294D6AD7C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06D7F37-5DD1-A24E-9CCA-84B2A168554D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6E321C8-096C-1B41-B14F-4CA7AE04BB1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32B3FDD4-EB13-F44F-99D0-BFAB06F00B3A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A20BCBD2-A735-0C43-8C55-B384372AC62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9A90A7-BF26-684E-8C8B-638053DA1234}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861D8E86-886A-8744-BC4C-FE82B02438F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2D967470-E96E-8843-AAD2-E0C8B807793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C8A27D09-765D-3949-BCCA-238C3514D4CF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784704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560">
          <p15:clr>
            <a:srgbClr val="FBAE40"/>
          </p15:clr>
        </p15:guide>
        <p15:guide id="8" orient="horz" pos="1752">
          <p15:clr>
            <a:srgbClr val="FBAE40"/>
          </p15:clr>
        </p15:guide>
        <p15:guide id="9" orient="horz" pos="1248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82066DD-D313-D148-89C7-338EB873A730}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A5BBD7C7-99D1-E841-A081-6912D1F2B855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227A14EE-CB79-754A-8B19-EB9874B3158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5B38B80-C3D3-4C47-B468-C41A8FF36F2A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F0C4E8C2-3240-594A-9D5E-1BCD1AF44C5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-22543"/>
            <a:ext cx="6096000" cy="6903086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5C37098-CEB2-1E45-989B-3DD92F3B1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23" y="879063"/>
            <a:ext cx="4941477" cy="610863"/>
          </a:xfrm>
          <a:prstGeom prst="rect">
            <a:avLst/>
          </a:prstGeom>
        </p:spPr>
        <p:txBody>
          <a:bodyPr lIns="0" tIns="0" rIns="0" bIns="0" anchor="b" anchorCtr="0">
            <a:normAutofit/>
          </a:bodyPr>
          <a:lstStyle>
            <a:lvl1pPr>
              <a:defRPr sz="4400" b="1" i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23F761-57FC-3649-AE84-0C3EF95EF561}"/>
              </a:ext>
            </a:extLst>
          </p:cNvPr>
          <p:cNvCxnSpPr>
            <a:cxnSpLocks/>
          </p:cNvCxnSpPr>
          <p:nvPr userDrawn="1"/>
        </p:nvCxnSpPr>
        <p:spPr>
          <a:xfrm>
            <a:off x="952500" y="1939108"/>
            <a:ext cx="2133600" cy="3992"/>
          </a:xfrm>
          <a:prstGeom prst="line">
            <a:avLst/>
          </a:prstGeom>
          <a:ln w="101600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E66F2BC9-2F8A-1543-9AFD-9BAB0E75B3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52499" y="2289363"/>
            <a:ext cx="4572001" cy="27952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64E0B3-57C5-4DAF-8531-F39610E77C0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01BF030-0D0A-4A55-B999-AAFE9554D210}" type="datetime1">
              <a:rPr lang="en-AU" smtClean="0"/>
              <a:t>3/8/2026</a:t>
            </a:fld>
            <a:endParaRPr lang="en-US" dirty="0">
              <a:latin typeface="+mn-lt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E0EC46-C626-4D58-AB64-0B3B850D14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5D00C-8F5C-4528-87FA-F9431D96755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49235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6" pos="3480">
          <p15:clr>
            <a:srgbClr val="FBAE40"/>
          </p15:clr>
        </p15:guide>
        <p15:guide id="7" orient="horz" pos="1440">
          <p15:clr>
            <a:srgbClr val="FBAE40"/>
          </p15:clr>
        </p15:guide>
        <p15:guide id="9" orient="horz" pos="1224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5992517-0394-6B43-B15D-2A86A34512F3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952500" y="1939108"/>
            <a:ext cx="10352810" cy="411070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23" y="879063"/>
            <a:ext cx="4941477" cy="610863"/>
          </a:xfrm>
          <a:prstGeom prst="rect">
            <a:avLst/>
          </a:prstGeom>
        </p:spPr>
        <p:txBody>
          <a:bodyPr lIns="0" tIns="0" rIns="0" bIns="0" anchor="b" anchorCtr="0">
            <a:normAutofit/>
          </a:bodyPr>
          <a:lstStyle>
            <a:lvl1pPr>
              <a:defRPr sz="44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1012B1-809A-45CE-9FED-46D08DC8C42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69BBB48-61C2-45CD-ADF1-2ACE15A2DA75}" type="datetime1">
              <a:rPr lang="en-AU" smtClean="0"/>
              <a:t>3/8/2026</a:t>
            </a:fld>
            <a:endParaRPr lang="en-US" dirty="0">
              <a:latin typeface="+mn-lt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B6FA27-6601-4107-A3C9-808CB443024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19432A-F8B5-4A96-AEE6-2E159658D5D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599231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ummary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23" y="879063"/>
            <a:ext cx="4941477" cy="610863"/>
          </a:xfrm>
          <a:prstGeom prst="rect">
            <a:avLst/>
          </a:prstGeom>
        </p:spPr>
        <p:txBody>
          <a:bodyPr lIns="0" tIns="0" rIns="0" bIns="0" anchor="b" anchorCtr="0">
            <a:normAutofit/>
          </a:bodyPr>
          <a:lstStyle>
            <a:lvl1pPr>
              <a:defRPr sz="4400" b="1" i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1DEB652-BD6A-BD41-B85E-704D2C41A1C4}"/>
              </a:ext>
            </a:extLst>
          </p:cNvPr>
          <p:cNvCxnSpPr>
            <a:cxnSpLocks/>
          </p:cNvCxnSpPr>
          <p:nvPr userDrawn="1"/>
        </p:nvCxnSpPr>
        <p:spPr>
          <a:xfrm>
            <a:off x="952500" y="1939108"/>
            <a:ext cx="2133600" cy="3992"/>
          </a:xfrm>
          <a:prstGeom prst="line">
            <a:avLst/>
          </a:prstGeom>
          <a:ln w="101600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A8C895-11B9-EA40-B0F8-0F4FE98815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00" y="2656904"/>
            <a:ext cx="4838700" cy="574318"/>
          </a:xfrm>
        </p:spPr>
        <p:txBody>
          <a:bodyPr>
            <a:noAutofit/>
          </a:bodyPr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47A1EE0-4011-3749-B01C-FC489EEDF880}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7EED68A-6660-2643-BBFB-B6AB92A7C227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BECF9FB8-F6C7-C54D-99F4-11FDF26D7F9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46C7C62D-7D3B-934C-AFF9-0F10E727B42E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85D552-3AFC-4D21-A944-9D41E128A9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52500" y="2286000"/>
            <a:ext cx="4838700" cy="315915"/>
          </a:xfrm>
        </p:spPr>
        <p:txBody>
          <a:bodyPr>
            <a:noAutofit/>
          </a:bodyPr>
          <a:lstStyle>
            <a:lvl1pPr>
              <a:buNone/>
              <a:defRPr sz="1800" b="0" spc="0" baseline="0">
                <a:solidFill>
                  <a:schemeClr val="tx2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BE8C2EDB-9C70-49A2-865C-E5CD77D3E7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53655" y="3841846"/>
            <a:ext cx="4838700" cy="636754"/>
          </a:xfrm>
        </p:spPr>
        <p:txBody>
          <a:bodyPr>
            <a:noAutofit/>
          </a:bodyPr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EE50320A-D017-45C6-9986-94BC43911E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53655" y="3470942"/>
            <a:ext cx="4838700" cy="315915"/>
          </a:xfrm>
        </p:spPr>
        <p:txBody>
          <a:bodyPr>
            <a:noAutofit/>
          </a:bodyPr>
          <a:lstStyle>
            <a:lvl1pPr>
              <a:buNone/>
              <a:defRPr sz="1800" b="0" spc="0" baseline="0">
                <a:solidFill>
                  <a:schemeClr val="tx2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73EB498-F5D2-4E15-990A-2AFA4A377CB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2500" y="5017901"/>
            <a:ext cx="4838700" cy="908340"/>
          </a:xfrm>
        </p:spPr>
        <p:txBody>
          <a:bodyPr>
            <a:noAutofit/>
          </a:bodyPr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1F528150-326B-4BB3-AC38-7FC805DB6BA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52500" y="4646997"/>
            <a:ext cx="4838700" cy="315915"/>
          </a:xfrm>
        </p:spPr>
        <p:txBody>
          <a:bodyPr>
            <a:noAutofit/>
          </a:bodyPr>
          <a:lstStyle>
            <a:lvl1pPr>
              <a:buNone/>
              <a:defRPr sz="1800" b="0" spc="0" baseline="0">
                <a:solidFill>
                  <a:schemeClr val="tx2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0EBEFF7-AECA-409B-9ACC-A63A168283B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9647" y="2656904"/>
            <a:ext cx="4838700" cy="574318"/>
          </a:xfrm>
        </p:spPr>
        <p:txBody>
          <a:bodyPr>
            <a:noAutofit/>
          </a:bodyPr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29E4D063-8666-4D7A-B8C8-2B9383F798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9647" y="2286000"/>
            <a:ext cx="4838700" cy="315915"/>
          </a:xfrm>
        </p:spPr>
        <p:txBody>
          <a:bodyPr>
            <a:noAutofit/>
          </a:bodyPr>
          <a:lstStyle>
            <a:lvl1pPr>
              <a:buNone/>
              <a:defRPr sz="1800" b="0" spc="0" baseline="0">
                <a:solidFill>
                  <a:schemeClr val="tx2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4717B7CD-A4F9-444E-82B9-8914CB57488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99647" y="3841846"/>
            <a:ext cx="4838700" cy="908340"/>
          </a:xfrm>
        </p:spPr>
        <p:txBody>
          <a:bodyPr>
            <a:noAutofit/>
          </a:bodyPr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2CF285B7-A950-4326-A4D5-F5D542D2D65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399647" y="3470942"/>
            <a:ext cx="4838700" cy="315915"/>
          </a:xfrm>
        </p:spPr>
        <p:txBody>
          <a:bodyPr>
            <a:noAutofit/>
          </a:bodyPr>
          <a:lstStyle>
            <a:lvl1pPr>
              <a:buNone/>
              <a:defRPr sz="1800" b="0" spc="0" baseline="0">
                <a:solidFill>
                  <a:schemeClr val="tx2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45E38A-5516-4C3E-88FC-0DCBD876054B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ED7E90BE-FDDE-46DE-8EF1-0D6C79E3CD31}" type="datetime1">
              <a:rPr lang="en-AU" smtClean="0"/>
              <a:t>3/8/2026</a:t>
            </a:fld>
            <a:endParaRPr lang="en-US" dirty="0">
              <a:latin typeface="+mn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225273-038D-4F51-A093-83D80104F21A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24E14-E0E0-44FA-A4AA-FA63A858730C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694473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29">
            <a:extLst>
              <a:ext uri="{FF2B5EF4-FFF2-40B4-BE49-F238E27FC236}">
                <a16:creationId xmlns:a16="http://schemas.microsoft.com/office/drawing/2014/main" id="{BB778BC5-5409-574B-96E2-B45CDD940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96100" y="5102063"/>
            <a:ext cx="4914900" cy="588795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1600" b="0" i="0">
                <a:solidFill>
                  <a:schemeClr val="tx2"/>
                </a:solidFill>
                <a:latin typeface="+mn-lt"/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32916F3A-28FA-9A4B-A780-0D687D9328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07623" y="3591098"/>
            <a:ext cx="4903377" cy="1057791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29321F6-59C5-6E4C-A846-6AD00848A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7623" y="2173658"/>
            <a:ext cx="4903377" cy="610863"/>
          </a:xfrm>
          <a:prstGeom prst="rect">
            <a:avLst/>
          </a:prstGeom>
        </p:spPr>
        <p:txBody>
          <a:bodyPr lIns="0" tIns="0" rIns="0" bIns="0" anchor="b" anchorCtr="0">
            <a:normAutofit/>
          </a:bodyPr>
          <a:lstStyle>
            <a:lvl1pPr>
              <a:defRPr sz="4400" b="1" i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B5C3BF3-A164-DD48-BD02-4587489DA105}"/>
              </a:ext>
            </a:extLst>
          </p:cNvPr>
          <p:cNvCxnSpPr>
            <a:cxnSpLocks/>
          </p:cNvCxnSpPr>
          <p:nvPr userDrawn="1"/>
        </p:nvCxnSpPr>
        <p:spPr>
          <a:xfrm>
            <a:off x="6896100" y="3233703"/>
            <a:ext cx="2133600" cy="3992"/>
          </a:xfrm>
          <a:prstGeom prst="line">
            <a:avLst/>
          </a:prstGeom>
          <a:ln w="101600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F8C225AD-C009-894E-8AFA-C94EAA06509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FEF81ED-50DF-3946-87D9-407C13C3CE9F}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4B6857A0-601C-9C40-ADB4-7927C7A4ECA0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31562ACC-ECB3-4841-A52C-00DAFF438EBF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77C317B8-91B4-7040-AB8C-CE822CA28AAD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07384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slideLayout" Target="../slideLayouts/slideLayout35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1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38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B219F8-349F-152A-1F8E-4209B5591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4DE637-FCC5-3AD1-A674-B38781FD6C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9BB16C-EBCB-CD59-C57D-746D546F9B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04A317-6CE3-8E43-87CD-6894763723CF}" type="datetimeFigureOut">
              <a:rPr lang="en-VN" smtClean="0"/>
              <a:t>8/3/26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52ABFC-9AB2-8D44-8F84-DB77086D4C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D21820-E62D-0E91-ABB4-C565643451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6764DC-2A53-8E49-8FB3-1136879F84D0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0946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156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702ED4-75CE-4391-9E4C-677FB0550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4BCE1-793C-4E53-84CD-531FDB7807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699F6-417A-4344-B8A7-435B4FEF65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D6ABDC-74D2-485B-BA94-81B3C9100B02}" type="datetime1">
              <a:rPr lang="en-AU" smtClean="0"/>
              <a:t>3/8/2026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0973A-ACE9-44BD-947B-6D6272EB3A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CCA28-3285-4C87-A6F3-7310A95BD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75DA5-50EC-42E7-AECC-CC828702EB1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119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5.pn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7060861" y="558140"/>
            <a:ext cx="4906722" cy="5866800"/>
            <a:chOff x="0" y="0"/>
            <a:chExt cx="8603361" cy="10286746"/>
          </a:xfrm>
        </p:grpSpPr>
        <p:sp>
          <p:nvSpPr>
            <p:cNvPr id="4" name="Freeform 4"/>
            <p:cNvSpPr/>
            <p:nvPr/>
          </p:nvSpPr>
          <p:spPr>
            <a:xfrm flipH="1">
              <a:off x="-50" y="-128"/>
              <a:ext cx="8606155" cy="10286874"/>
            </a:xfrm>
            <a:custGeom>
              <a:avLst/>
              <a:gdLst/>
              <a:ahLst/>
              <a:cxnLst/>
              <a:rect l="l" t="t" r="r" b="b"/>
              <a:pathLst>
                <a:path w="8606155" h="10286874">
                  <a:moveTo>
                    <a:pt x="0" y="10251441"/>
                  </a:moveTo>
                  <a:cubicBezTo>
                    <a:pt x="0" y="10284588"/>
                    <a:pt x="10668" y="10286874"/>
                    <a:pt x="38481" y="10286874"/>
                  </a:cubicBezTo>
                  <a:cubicBezTo>
                    <a:pt x="2893060" y="10286239"/>
                    <a:pt x="5747512" y="10286239"/>
                    <a:pt x="8602091" y="10286239"/>
                  </a:cubicBezTo>
                  <a:cubicBezTo>
                    <a:pt x="8606155" y="10272396"/>
                    <a:pt x="8599805" y="10259823"/>
                    <a:pt x="8596884" y="10246996"/>
                  </a:cubicBezTo>
                  <a:cubicBezTo>
                    <a:pt x="8471408" y="9685402"/>
                    <a:pt x="8345805" y="9123935"/>
                    <a:pt x="8219948" y="8562467"/>
                  </a:cubicBezTo>
                  <a:cubicBezTo>
                    <a:pt x="8040497" y="7761986"/>
                    <a:pt x="7860665" y="6961633"/>
                    <a:pt x="7681341" y="6161151"/>
                  </a:cubicBezTo>
                  <a:cubicBezTo>
                    <a:pt x="7459853" y="5172583"/>
                    <a:pt x="7238873" y="4184015"/>
                    <a:pt x="7017512" y="3195574"/>
                  </a:cubicBezTo>
                  <a:cubicBezTo>
                    <a:pt x="6792595" y="2191385"/>
                    <a:pt x="6567551" y="1187323"/>
                    <a:pt x="6341999" y="183261"/>
                  </a:cubicBezTo>
                  <a:cubicBezTo>
                    <a:pt x="6328283" y="122174"/>
                    <a:pt x="6319520" y="59690"/>
                    <a:pt x="6297295" y="635"/>
                  </a:cubicBezTo>
                  <a:cubicBezTo>
                    <a:pt x="4210939" y="635"/>
                    <a:pt x="2124583" y="635"/>
                    <a:pt x="38227" y="0"/>
                  </a:cubicBezTo>
                  <a:cubicBezTo>
                    <a:pt x="9906" y="0"/>
                    <a:pt x="254" y="3429"/>
                    <a:pt x="254" y="35814"/>
                  </a:cubicBezTo>
                  <a:cubicBezTo>
                    <a:pt x="1016" y="3441066"/>
                    <a:pt x="1016" y="6846317"/>
                    <a:pt x="0" y="10251441"/>
                  </a:cubicBezTo>
                  <a:close/>
                </a:path>
              </a:pathLst>
            </a:custGeom>
            <a:blipFill>
              <a:blip r:embed="rId3"/>
              <a:stretch>
                <a:fillRect l="-39675" r="-39675"/>
              </a:stretch>
            </a:blipFill>
          </p:spPr>
          <p:txBody>
            <a:bodyPr/>
            <a:lstStyle/>
            <a:p>
              <a:pPr marL="0" marR="0" lvl="0" indent="0" algn="l" defTabSz="60963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AU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503426" y="2427422"/>
            <a:ext cx="8542515" cy="1088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4486"/>
              </a:lnSpc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srgbClr val="0CC0D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From Unstructured Text to Knowledge Graphs</a:t>
            </a:r>
          </a:p>
          <a:p>
            <a:pPr defTabSz="609630">
              <a:lnSpc>
                <a:spcPts val="4486"/>
              </a:lnSpc>
              <a:defRPr/>
            </a:pPr>
            <a:r>
              <a:rPr kumimoji="0" lang="en-AU" sz="2400" b="0" i="1" u="none" strike="noStrike" kern="1200" cap="none" spc="0" normalizeH="0" baseline="0" noProof="0" dirty="0">
                <a:ln>
                  <a:noFill/>
                </a:ln>
                <a:solidFill>
                  <a:srgbClr val="0CC0D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Agentic semantic automation workflows for research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rgbClr val="0CC0DF"/>
              </a:solidFill>
              <a:effectLst/>
              <a:uLnTx/>
              <a:uFillTx/>
              <a:latin typeface="Now Bold"/>
              <a:ea typeface="+mn-ea"/>
              <a:cs typeface="+mn-cs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8834B9EF-1FEB-73AE-C6C9-8CE09E76F5DB}"/>
              </a:ext>
            </a:extLst>
          </p:cNvPr>
          <p:cNvSpPr txBox="1"/>
          <p:nvPr/>
        </p:nvSpPr>
        <p:spPr>
          <a:xfrm>
            <a:off x="503426" y="4955591"/>
            <a:ext cx="3479429" cy="10799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609630" rtl="0" eaLnBrk="1" fontAlgn="auto" latinLnBrk="0" hangingPunct="1">
              <a:lnSpc>
                <a:spcPts val="448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Tim Nguyen</a:t>
            </a:r>
          </a:p>
          <a:p>
            <a:pPr marL="0" marR="0" lvl="0" indent="0" algn="l" defTabSz="609630" rtl="0" eaLnBrk="1" fontAlgn="auto" latinLnBrk="0" hangingPunct="1">
              <a:lnSpc>
                <a:spcPts val="448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2400" dirty="0">
                <a:solidFill>
                  <a:prstClr val="white"/>
                </a:solidFill>
                <a:latin typeface="Arial" panose="020B0604020202020204" pitchFamily="34" charset="0"/>
              </a:rPr>
              <a:t>l</a:t>
            </a:r>
            <a:r>
              <a:rPr kumimoji="0" lang="en-AU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etu</a:t>
            </a:r>
            <a:r>
              <a:rPr kumimoji="0" lang="en-A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.</a:t>
            </a:r>
            <a:r>
              <a:rPr lang="en-AU" sz="2400" dirty="0">
                <a:solidFill>
                  <a:prstClr val="white"/>
                </a:solidFill>
                <a:latin typeface="Arial" panose="020B0604020202020204" pitchFamily="34" charset="0"/>
              </a:rPr>
              <a:t>n</a:t>
            </a:r>
            <a:r>
              <a:rPr kumimoji="0" lang="en-AU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guyen@qut.edu.au</a:t>
            </a:r>
            <a:endParaRPr kumimoji="0" lang="en-AU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87D1762-470A-035B-0CD1-CD1A454CF33C}"/>
              </a:ext>
            </a:extLst>
          </p:cNvPr>
          <p:cNvGrpSpPr/>
          <p:nvPr/>
        </p:nvGrpSpPr>
        <p:grpSpPr>
          <a:xfrm>
            <a:off x="503426" y="758162"/>
            <a:ext cx="7713964" cy="998068"/>
            <a:chOff x="290250" y="239769"/>
            <a:chExt cx="5531486" cy="715689"/>
          </a:xfrm>
        </p:grpSpPr>
        <p:sp>
          <p:nvSpPr>
            <p:cNvPr id="6" name="Freeform 6"/>
            <p:cNvSpPr/>
            <p:nvPr/>
          </p:nvSpPr>
          <p:spPr>
            <a:xfrm>
              <a:off x="290250" y="239769"/>
              <a:ext cx="788019" cy="715689"/>
            </a:xfrm>
            <a:custGeom>
              <a:avLst/>
              <a:gdLst/>
              <a:ahLst/>
              <a:cxnLst/>
              <a:rect l="l" t="t" r="r" b="b"/>
              <a:pathLst>
                <a:path w="1182028" h="1073533">
                  <a:moveTo>
                    <a:pt x="0" y="0"/>
                  </a:moveTo>
                  <a:lnTo>
                    <a:pt x="1182028" y="0"/>
                  </a:lnTo>
                  <a:lnTo>
                    <a:pt x="1182028" y="1073533"/>
                  </a:lnTo>
                  <a:lnTo>
                    <a:pt x="0" y="10735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pPr marL="0" marR="0" lvl="0" indent="0" algn="l" defTabSz="60963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A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29039" y="416234"/>
              <a:ext cx="4592697" cy="3904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609630" rtl="0" eaLnBrk="1" fontAlgn="auto" latinLnBrk="0" hangingPunct="1">
                <a:lnSpc>
                  <a:spcPts val="2087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-33" normalizeH="0" baseline="0" noProof="0" dirty="0">
                  <a:ln>
                    <a:noFill/>
                  </a:ln>
                  <a:solidFill>
                    <a:srgbClr val="FDFEFE"/>
                  </a:solidFill>
                  <a:effectLst/>
                  <a:uLnTx/>
                  <a:uFillTx/>
                  <a:latin typeface="DM Sans" pitchFamily="2" charset="0"/>
                  <a:ea typeface="+mn-ea"/>
                  <a:cs typeface="+mn-cs"/>
                </a:rPr>
                <a:t>ARC Training Centre for Behavioural </a:t>
              </a:r>
            </a:p>
            <a:p>
              <a:pPr marL="0" marR="0" lvl="0" indent="0" algn="l" defTabSz="609630" rtl="0" eaLnBrk="1" fontAlgn="auto" latinLnBrk="0" hangingPunct="1">
                <a:lnSpc>
                  <a:spcPts val="2087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-33" normalizeH="0" baseline="0" noProof="0" dirty="0">
                  <a:ln>
                    <a:noFill/>
                  </a:ln>
                  <a:solidFill>
                    <a:srgbClr val="FDFEFE"/>
                  </a:solidFill>
                  <a:effectLst/>
                  <a:uLnTx/>
                  <a:uFillTx/>
                  <a:latin typeface="DM Sans" pitchFamily="2" charset="0"/>
                  <a:ea typeface="+mn-ea"/>
                  <a:cs typeface="+mn-cs"/>
                </a:rPr>
                <a:t>Insights for Technology Adoption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EA4BD35-DE37-42DD-E7B2-B5D13F2F2C13}"/>
              </a:ext>
            </a:extLst>
          </p:cNvPr>
          <p:cNvSpPr txBox="1"/>
          <p:nvPr/>
        </p:nvSpPr>
        <p:spPr>
          <a:xfrm>
            <a:off x="378172" y="3625585"/>
            <a:ext cx="7209365" cy="595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09630">
              <a:lnSpc>
                <a:spcPts val="4486"/>
              </a:lnSpc>
              <a:defRPr/>
            </a:pPr>
            <a:r>
              <a:rPr lang="en-AU" sz="2400" dirty="0">
                <a:solidFill>
                  <a:srgbClr val="FFFFFF"/>
                </a:solidFill>
                <a:latin typeface="Arial" panose="020B0604020202020204" pitchFamily="34" charset="0"/>
              </a:rPr>
              <a:t>ARC BITA Geek Seminar </a:t>
            </a:r>
            <a:r>
              <a:rPr kumimoji="0" lang="en-AU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– 4 August 2026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67FBF-5A77-2174-88D5-EA8DC3E67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424" y="858416"/>
            <a:ext cx="10515600" cy="113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Acknowledgement to Country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B0B5D-E45A-5211-07DA-F4C872A87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7034" y="1862947"/>
            <a:ext cx="10142376" cy="41366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 acknowledge the </a:t>
            </a:r>
            <a:r>
              <a:rPr lang="en-US" b="1" dirty="0" err="1"/>
              <a:t>Turrbal</a:t>
            </a:r>
            <a:r>
              <a:rPr lang="en-US" dirty="0"/>
              <a:t> and </a:t>
            </a:r>
            <a:r>
              <a:rPr lang="en-US" b="1" dirty="0" err="1"/>
              <a:t>Yugara</a:t>
            </a:r>
            <a:r>
              <a:rPr lang="en-US" dirty="0"/>
              <a:t> as the First Nations owners of the lands where QUT now stands </a:t>
            </a:r>
            <a:r>
              <a:rPr lang="en-US" i="1" dirty="0"/>
              <a:t>(</a:t>
            </a:r>
            <a:r>
              <a:rPr lang="en-US" b="1" i="1" dirty="0"/>
              <a:t>Meanjin</a:t>
            </a:r>
            <a:r>
              <a:rPr lang="en-US" i="1" dirty="0"/>
              <a:t>).</a:t>
            </a:r>
            <a:endParaRPr lang="en-US" sz="800" dirty="0"/>
          </a:p>
          <a:p>
            <a:pPr marL="0" indent="0">
              <a:buNone/>
            </a:pPr>
            <a:r>
              <a:rPr lang="en-US" dirty="0"/>
              <a:t>I pay respect to their Elders, lores, customs and creation spirits, and </a:t>
            </a:r>
            <a:r>
              <a:rPr lang="en-US" dirty="0" err="1"/>
              <a:t>recognise</a:t>
            </a:r>
            <a:r>
              <a:rPr lang="en-US" dirty="0"/>
              <a:t> that these lands have always been places of </a:t>
            </a:r>
            <a:r>
              <a:rPr lang="en-US" b="1" u="sng" dirty="0"/>
              <a:t>teaching</a:t>
            </a:r>
            <a:r>
              <a:rPr lang="en-US" dirty="0"/>
              <a:t>, </a:t>
            </a:r>
            <a:r>
              <a:rPr lang="en-US" b="1" u="sng" dirty="0"/>
              <a:t>research</a:t>
            </a:r>
            <a:r>
              <a:rPr lang="en-US" dirty="0"/>
              <a:t> and </a:t>
            </a:r>
            <a:r>
              <a:rPr lang="en-US" b="1" u="sng" dirty="0"/>
              <a:t>learning.</a:t>
            </a:r>
          </a:p>
          <a:p>
            <a:pPr marL="0" indent="0">
              <a:buNone/>
            </a:pPr>
            <a:endParaRPr lang="en-US" sz="800" b="1" dirty="0"/>
          </a:p>
          <a:p>
            <a:pPr marL="0" indent="0">
              <a:buNone/>
            </a:pPr>
            <a:r>
              <a:rPr lang="en-US" dirty="0"/>
              <a:t>I acknowledge the important role Aboriginal and Torres Strait Islander people play within the QUT and broader community.  </a:t>
            </a:r>
          </a:p>
        </p:txBody>
      </p:sp>
      <p:sp>
        <p:nvSpPr>
          <p:cNvPr id="6" name="Date Placeholder 6">
            <a:extLst>
              <a:ext uri="{FF2B5EF4-FFF2-40B4-BE49-F238E27FC236}">
                <a16:creationId xmlns:a16="http://schemas.microsoft.com/office/drawing/2014/main" id="{32FA14E1-CC83-9AEF-79AC-2DC3744E48C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14421" y="6495926"/>
            <a:ext cx="27432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B8F022-939C-4700-B6D5-40B327038608}" type="datetime1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3/8/2026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CEE12ABD-C446-6109-56E6-185B85751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54292" y="6442245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968E637-753B-476F-AC49-E41177525326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AU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reeform 2">
            <a:extLst>
              <a:ext uri="{FF2B5EF4-FFF2-40B4-BE49-F238E27FC236}">
                <a16:creationId xmlns:a16="http://schemas.microsoft.com/office/drawing/2014/main" id="{7DFC894F-541B-F515-6899-024E57B6502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frame">
            <a:avLst/>
          </a:pr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5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377F2C-5BEA-7689-66C9-9A2CA6778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3" name="Rectangle 12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F2662B-0F61-BDCB-9909-F17168949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AU" sz="4000">
                <a:solidFill>
                  <a:srgbClr val="FFFFFF"/>
                </a:solidFill>
              </a:rPr>
              <a:t>The research problem / motivation</a:t>
            </a:r>
            <a:endParaRPr lang="en-VN" sz="4000">
              <a:solidFill>
                <a:srgbClr val="FFFFFF"/>
              </a:solidFill>
            </a:endParaRPr>
          </a:p>
        </p:txBody>
      </p:sp>
      <p:sp>
        <p:nvSpPr>
          <p:cNvPr id="128" name="Content Placeholder 2">
            <a:extLst>
              <a:ext uri="{FF2B5EF4-FFF2-40B4-BE49-F238E27FC236}">
                <a16:creationId xmlns:a16="http://schemas.microsoft.com/office/drawing/2014/main" id="{5AF2CABC-4D12-08BD-16BA-7B518896AA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AU" sz="2000" b="1" i="1" dirty="0"/>
              <a:t>Valuable information is trapped in narrative sources</a:t>
            </a:r>
            <a:endParaRPr lang="en-AU" sz="2000" i="1" dirty="0"/>
          </a:p>
          <a:p>
            <a:pPr lvl="0"/>
            <a:endParaRPr lang="en-AU" sz="2000" dirty="0"/>
          </a:p>
          <a:p>
            <a:pPr lvl="0"/>
            <a:r>
              <a:rPr lang="en-AU" sz="2000" dirty="0"/>
              <a:t>Many research collections consist of narrative documents rather than analysis-ready tables. </a:t>
            </a:r>
          </a:p>
          <a:p>
            <a:pPr lvl="0"/>
            <a:r>
              <a:rPr lang="en-AU" sz="2000" dirty="0"/>
              <a:t>Information about people, events, institutions, locations and relationships is distributed across multiple passages or documents. </a:t>
            </a:r>
          </a:p>
          <a:p>
            <a:pPr lvl="0"/>
            <a:r>
              <a:rPr lang="en-AU" sz="2000" dirty="0"/>
              <a:t>The appropriate unit of analysis may change across research questions. </a:t>
            </a:r>
          </a:p>
          <a:p>
            <a:pPr lvl="0"/>
            <a:r>
              <a:rPr lang="en-AU" sz="2000" dirty="0"/>
              <a:t>Manual coding is slow, costly and difficult to reproduce at scale. </a:t>
            </a:r>
          </a:p>
          <a:p>
            <a:pPr lvl="0"/>
            <a:r>
              <a:rPr lang="en-AU" sz="2000" dirty="0"/>
              <a:t>A single-purpose dataset often cannot be reused for a different question.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01026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F976E8-A1F0-F057-A913-AE07009CC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Semantic Automation</a:t>
            </a:r>
            <a:endParaRPr lang="en-VN" sz="4000">
              <a:solidFill>
                <a:srgbClr val="FFFFFF"/>
              </a:solidFill>
            </a:endParaRP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83AE1C52-94EA-20B7-3DAF-BC38ED3341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1221190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13579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6" name="Rectangle 75">
            <a:extLst>
              <a:ext uri="{FF2B5EF4-FFF2-40B4-BE49-F238E27FC236}">
                <a16:creationId xmlns:a16="http://schemas.microsoft.com/office/drawing/2014/main" id="{8D1AA55E-40D5-461B-A5A8-4AE8AAB71B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EB498BD-8089-4626-91EA-4978EBEF5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806470"/>
            <a:ext cx="7903723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08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202101D5-9F9E-BE19-80C0-D2B7C309E093}"/>
              </a:ext>
            </a:extLst>
          </p:cNvPr>
          <p:cNvSpPr/>
          <p:nvPr/>
        </p:nvSpPr>
        <p:spPr>
          <a:xfrm>
            <a:off x="2917702" y="280851"/>
            <a:ext cx="6355829" cy="6295869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600"/>
              </a:spcAft>
            </a:pPr>
            <a:r>
              <a:rPr lang="en-VN" sz="2400"/>
              <a:t>Human Review</a:t>
            </a:r>
            <a:r>
              <a:rPr lang="en-AU" sz="2400" dirty="0"/>
              <a:t> Supports Every Stage</a:t>
            </a:r>
            <a:endParaRPr lang="en-VN" sz="2400"/>
          </a:p>
        </p:txBody>
      </p:sp>
      <p:sp>
        <p:nvSpPr>
          <p:cNvPr id="78" name="Graphic 11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24552" y="1899284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9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36862" y="2189928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2B94DFA-0B25-9FEF-06EA-9FC918759AC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2227434"/>
              </p:ext>
            </p:extLst>
          </p:nvPr>
        </p:nvGraphicFramePr>
        <p:xfrm>
          <a:off x="2465171" y="1018706"/>
          <a:ext cx="7477715" cy="48201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088261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4" name="Rectangle 113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CF8099-4A7A-E0D8-3448-13035AABF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VN" sz="5400"/>
              <a:t>Schema</a:t>
            </a:r>
          </a:p>
        </p:txBody>
      </p:sp>
      <p:sp>
        <p:nvSpPr>
          <p:cNvPr id="115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Content Placeholder 2">
            <a:extLst>
              <a:ext uri="{FF2B5EF4-FFF2-40B4-BE49-F238E27FC236}">
                <a16:creationId xmlns:a16="http://schemas.microsoft.com/office/drawing/2014/main" id="{04E7DCC3-7285-5297-5F8C-8528B2379B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 fontScale="92500"/>
          </a:bodyPr>
          <a:lstStyle/>
          <a:p>
            <a:pPr marL="0" indent="0">
              <a:buNone/>
            </a:pPr>
            <a:r>
              <a:rPr lang="en-VN" sz="1600" dirty="0"/>
              <a:t>Schema is a blueprint or structure for organising data</a:t>
            </a:r>
            <a:r>
              <a:rPr lang="en-AU" sz="1600" dirty="0"/>
              <a:t> </a:t>
            </a:r>
            <a:r>
              <a:rPr lang="en-AU" sz="1600" dirty="0">
                <a:sym typeface="Wingdings" pitchFamily="2" charset="2"/>
              </a:rPr>
              <a:t> </a:t>
            </a:r>
            <a:r>
              <a:rPr lang="en-AU" sz="1600" i="1" dirty="0">
                <a:sym typeface="Wingdings" pitchFamily="2" charset="2"/>
              </a:rPr>
              <a:t>converts research questions into extraction rules</a:t>
            </a:r>
            <a:endParaRPr lang="en-AU" sz="1600" dirty="0"/>
          </a:p>
          <a:p>
            <a:pPr marL="0" indent="0">
              <a:buNone/>
            </a:pPr>
            <a:r>
              <a:rPr lang="en-AU" sz="1600" dirty="0"/>
              <a:t>A research schema should specify:</a:t>
            </a:r>
          </a:p>
          <a:p>
            <a:pPr lvl="1"/>
            <a:r>
              <a:rPr lang="en-AU" sz="1600" b="1" dirty="0"/>
              <a:t>entities:</a:t>
            </a:r>
            <a:r>
              <a:rPr lang="en-AU" sz="1600" dirty="0"/>
              <a:t> what kinds of objects exist.</a:t>
            </a:r>
          </a:p>
          <a:p>
            <a:pPr lvl="1"/>
            <a:r>
              <a:rPr lang="en-AU" sz="1600" b="1" dirty="0"/>
              <a:t>attributes:</a:t>
            </a:r>
            <a:r>
              <a:rPr lang="en-AU" sz="1600" dirty="0"/>
              <a:t> what should be recorded about each object.</a:t>
            </a:r>
          </a:p>
          <a:p>
            <a:pPr lvl="1"/>
            <a:r>
              <a:rPr lang="en-AU" sz="1600" b="1" dirty="0"/>
              <a:t>relationships:</a:t>
            </a:r>
            <a:r>
              <a:rPr lang="en-AU" sz="1600" dirty="0"/>
              <a:t> how objects may be connected; </a:t>
            </a:r>
          </a:p>
          <a:p>
            <a:pPr lvl="1"/>
            <a:r>
              <a:rPr lang="en-AU" sz="1600" b="1" dirty="0"/>
              <a:t>data types:</a:t>
            </a:r>
            <a:r>
              <a:rPr lang="en-AU" sz="1600" dirty="0"/>
              <a:t> strings, dates, lists, categories and numeric values.</a:t>
            </a:r>
          </a:p>
          <a:p>
            <a:pPr lvl="1"/>
            <a:r>
              <a:rPr lang="en-AU" sz="1600" b="1" dirty="0"/>
              <a:t>constraints:</a:t>
            </a:r>
            <a:r>
              <a:rPr lang="en-AU" sz="1600" dirty="0"/>
              <a:t> required fields and permitted values.</a:t>
            </a:r>
          </a:p>
          <a:p>
            <a:pPr lvl="1"/>
            <a:r>
              <a:rPr lang="en-AU" sz="1600" b="1" dirty="0"/>
              <a:t>provenance:</a:t>
            </a:r>
            <a:r>
              <a:rPr lang="en-AU" sz="1600" dirty="0"/>
              <a:t> where each extracted claim from.</a:t>
            </a:r>
          </a:p>
          <a:p>
            <a:pPr lvl="1"/>
            <a:r>
              <a:rPr lang="en-AU" sz="1600" b="1" dirty="0"/>
              <a:t>uncertainty:</a:t>
            </a:r>
            <a:r>
              <a:rPr lang="en-AU" sz="1600" dirty="0"/>
              <a:t> confidence, ambiguity and validation status.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C6738CA-A7D1-A910-7226-586A4B0838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3333532"/>
              </p:ext>
            </p:extLst>
          </p:nvPr>
        </p:nvGraphicFramePr>
        <p:xfrm>
          <a:off x="6099048" y="1081592"/>
          <a:ext cx="5873744" cy="469482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2223268">
                  <a:extLst>
                    <a:ext uri="{9D8B030D-6E8A-4147-A177-3AD203B41FA5}">
                      <a16:colId xmlns:a16="http://schemas.microsoft.com/office/drawing/2014/main" val="4171188143"/>
                    </a:ext>
                  </a:extLst>
                </a:gridCol>
                <a:gridCol w="3650476">
                  <a:extLst>
                    <a:ext uri="{9D8B030D-6E8A-4147-A177-3AD203B41FA5}">
                      <a16:colId xmlns:a16="http://schemas.microsoft.com/office/drawing/2014/main" val="2861293949"/>
                    </a:ext>
                  </a:extLst>
                </a:gridCol>
              </a:tblGrid>
              <a:tr h="472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800" b="1" dirty="0"/>
                        <a:t>Object type</a:t>
                      </a:r>
                    </a:p>
                  </a:txBody>
                  <a:tcPr marL="116208" marR="116208" marT="58104" marB="581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800" b="1"/>
                        <a:t>Example fields</a:t>
                      </a:r>
                    </a:p>
                  </a:txBody>
                  <a:tcPr marL="116208" marR="116208" marT="58104" marB="58104" anchor="ctr"/>
                </a:tc>
                <a:extLst>
                  <a:ext uri="{0D108BD9-81ED-4DB2-BD59-A6C34878D82A}">
                    <a16:rowId xmlns:a16="http://schemas.microsoft.com/office/drawing/2014/main" val="565210457"/>
                  </a:ext>
                </a:extLst>
              </a:tr>
              <a:tr h="7824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800" dirty="0"/>
                        <a:t>Person</a:t>
                      </a:r>
                    </a:p>
                  </a:txBody>
                  <a:tcPr marL="116208" marR="116208" marT="58104" marB="581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800"/>
                        <a:t>canonical ID, name variants, role, approximate dates</a:t>
                      </a:r>
                    </a:p>
                  </a:txBody>
                  <a:tcPr marL="116208" marR="116208" marT="58104" marB="58104" anchor="ctr"/>
                </a:tc>
                <a:extLst>
                  <a:ext uri="{0D108BD9-81ED-4DB2-BD59-A6C34878D82A}">
                    <a16:rowId xmlns:a16="http://schemas.microsoft.com/office/drawing/2014/main" val="3519604127"/>
                  </a:ext>
                </a:extLst>
              </a:tr>
              <a:tr h="7824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800" dirty="0"/>
                        <a:t>Proceeding or event</a:t>
                      </a:r>
                    </a:p>
                  </a:txBody>
                  <a:tcPr marL="116208" marR="116208" marT="58104" marB="581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800"/>
                        <a:t>date, type, location, participants</a:t>
                      </a:r>
                    </a:p>
                  </a:txBody>
                  <a:tcPr marL="116208" marR="116208" marT="58104" marB="58104" anchor="ctr"/>
                </a:tc>
                <a:extLst>
                  <a:ext uri="{0D108BD9-81ED-4DB2-BD59-A6C34878D82A}">
                    <a16:rowId xmlns:a16="http://schemas.microsoft.com/office/drawing/2014/main" val="315492517"/>
                  </a:ext>
                </a:extLst>
              </a:tr>
              <a:tr h="4725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800"/>
                        <a:t>Institution</a:t>
                      </a:r>
                    </a:p>
                  </a:txBody>
                  <a:tcPr marL="116208" marR="116208" marT="58104" marB="581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800"/>
                        <a:t>name, jurisdiction, period</a:t>
                      </a:r>
                    </a:p>
                  </a:txBody>
                  <a:tcPr marL="116208" marR="116208" marT="58104" marB="58104" anchor="ctr"/>
                </a:tc>
                <a:extLst>
                  <a:ext uri="{0D108BD9-81ED-4DB2-BD59-A6C34878D82A}">
                    <a16:rowId xmlns:a16="http://schemas.microsoft.com/office/drawing/2014/main" val="4046357674"/>
                  </a:ext>
                </a:extLst>
              </a:tr>
              <a:tr h="7824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800" dirty="0"/>
                        <a:t>Document</a:t>
                      </a:r>
                    </a:p>
                  </a:txBody>
                  <a:tcPr marL="116208" marR="116208" marT="58104" marB="581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800"/>
                        <a:t>source ID, page, passage or text span</a:t>
                      </a:r>
                    </a:p>
                  </a:txBody>
                  <a:tcPr marL="116208" marR="116208" marT="58104" marB="58104" anchor="ctr"/>
                </a:tc>
                <a:extLst>
                  <a:ext uri="{0D108BD9-81ED-4DB2-BD59-A6C34878D82A}">
                    <a16:rowId xmlns:a16="http://schemas.microsoft.com/office/drawing/2014/main" val="2865030261"/>
                  </a:ext>
                </a:extLst>
              </a:tr>
              <a:tr h="1402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800" dirty="0"/>
                        <a:t>Relationship</a:t>
                      </a:r>
                    </a:p>
                  </a:txBody>
                  <a:tcPr marL="116208" marR="116208" marT="58104" marB="581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800" dirty="0"/>
                        <a:t>source node, relation type (e.g. AFFILIATED_WITH, MENTIONED_IN), target node, evidence, confidence</a:t>
                      </a:r>
                    </a:p>
                  </a:txBody>
                  <a:tcPr marL="116208" marR="116208" marT="58104" marB="58104" anchor="ctr"/>
                </a:tc>
                <a:extLst>
                  <a:ext uri="{0D108BD9-81ED-4DB2-BD59-A6C34878D82A}">
                    <a16:rowId xmlns:a16="http://schemas.microsoft.com/office/drawing/2014/main" val="1045119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4441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8A9F3-8FCF-AB5B-FC0B-3D6B04DF4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66253" cy="1325563"/>
          </a:xfrm>
        </p:spPr>
        <p:txBody>
          <a:bodyPr/>
          <a:lstStyle/>
          <a:p>
            <a:r>
              <a:rPr lang="en-VN"/>
              <a:t>Schema example</a:t>
            </a:r>
            <a:r>
              <a:rPr lang="en-AU" dirty="0"/>
              <a:t> (with data type specification)</a:t>
            </a:r>
            <a:endParaRPr lang="en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F9BB0-F6A0-3834-55B9-79603219B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4186382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 err="1"/>
              <a:t>personal_information</a:t>
            </a:r>
            <a:r>
              <a:rPr lang="en-US" dirty="0"/>
              <a:t> = 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full_name</a:t>
            </a:r>
            <a:r>
              <a:rPr lang="en-US" dirty="0"/>
              <a:t>: str</a:t>
            </a:r>
            <a:r>
              <a:rPr lang="en-VN" dirty="0"/>
              <a:t>,</a:t>
            </a:r>
          </a:p>
          <a:p>
            <a:pPr marL="0" indent="0">
              <a:buNone/>
            </a:pPr>
            <a:r>
              <a:rPr lang="en-VN" dirty="0"/>
              <a:t>	age: int,</a:t>
            </a:r>
          </a:p>
          <a:p>
            <a:pPr marL="0" indent="0">
              <a:buNone/>
            </a:pPr>
            <a:r>
              <a:rPr lang="en-VN" dirty="0"/>
              <a:t>	email: str,</a:t>
            </a:r>
          </a:p>
          <a:p>
            <a:pPr marL="0" indent="0">
              <a:buNone/>
            </a:pPr>
            <a:r>
              <a:rPr lang="en-VN" dirty="0"/>
              <a:t>	address: str,</a:t>
            </a:r>
          </a:p>
          <a:p>
            <a:pPr marL="0" indent="0">
              <a:buNone/>
            </a:pPr>
            <a:r>
              <a:rPr lang="en-VN" dirty="0"/>
              <a:t>	phone_number: str,</a:t>
            </a:r>
          </a:p>
          <a:p>
            <a:pPr marL="0" indent="0">
              <a:buNone/>
            </a:pPr>
            <a:r>
              <a:rPr lang="en-VN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6A5D9A-8913-F5E7-E765-8F0A46B40A78}"/>
              </a:ext>
            </a:extLst>
          </p:cNvPr>
          <p:cNvSpPr txBox="1">
            <a:spLocks/>
          </p:cNvSpPr>
          <p:nvPr/>
        </p:nvSpPr>
        <p:spPr>
          <a:xfrm>
            <a:off x="6003787" y="1690688"/>
            <a:ext cx="4370808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 err="1"/>
              <a:t>personal_information</a:t>
            </a:r>
            <a:r>
              <a:rPr lang="en-US" dirty="0"/>
              <a:t> =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	</a:t>
            </a:r>
            <a:r>
              <a:rPr lang="en-US" dirty="0" err="1"/>
              <a:t>full_name</a:t>
            </a:r>
            <a:r>
              <a:rPr lang="en-US" dirty="0"/>
              <a:t>: str</a:t>
            </a:r>
            <a:r>
              <a:rPr lang="en-VN" dirty="0"/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dirty="0"/>
              <a:t>	age: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dirty="0"/>
              <a:t>		approx_age: int,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dirty="0"/>
              <a:t>		desc: str,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dirty="0"/>
              <a:t>	},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dirty="0"/>
              <a:t>	email: list[str],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dirty="0"/>
              <a:t>	address: str,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dirty="0"/>
              <a:t>	phone_number: str,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dirty="0"/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5626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951504-D59E-2F11-BEA9-D5FE480C7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8" name="Rectangle 97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4C0CD9-6733-7ADF-A627-8259BFCBE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800" kern="1200" dirty="0">
                <a:latin typeface="+mj-lt"/>
                <a:ea typeface="+mj-ea"/>
                <a:cs typeface="+mj-cs"/>
              </a:rPr>
              <a:t>OpenAI agent SDK</a:t>
            </a:r>
          </a:p>
        </p:txBody>
      </p:sp>
      <p:sp>
        <p:nvSpPr>
          <p:cNvPr id="100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22E11667-7A89-8E13-88E2-9E5994E35E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565" r="-1" b="8124"/>
          <a:stretch>
            <a:fillRect/>
          </a:stretch>
        </p:blipFill>
        <p:spPr>
          <a:xfrm>
            <a:off x="795054" y="2290936"/>
            <a:ext cx="10589700" cy="3959352"/>
          </a:xfrm>
          <a:prstGeom prst="rect">
            <a:avLst/>
          </a:prstGeom>
        </p:spPr>
      </p:pic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C054D6F6-432C-B810-03A2-2194723327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3014779"/>
              </p:ext>
            </p:extLst>
          </p:nvPr>
        </p:nvGraphicFramePr>
        <p:xfrm>
          <a:off x="4654295" y="502920"/>
          <a:ext cx="6894576" cy="1463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129144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75278A3-22C7-AEAA-6905-EBF002BC9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VN" sz="3600" dirty="0">
                <a:solidFill>
                  <a:schemeClr val="tx2"/>
                </a:solidFill>
              </a:rPr>
              <a:t>Instructions &amp;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9CD02-CB96-3E62-D9F0-EE12BE712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2465001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VN" sz="1200" dirty="0">
                <a:solidFill>
                  <a:schemeClr val="tx2"/>
                </a:solidFill>
              </a:rPr>
              <a:t>You are an analyst expert, your job is to detect all information detail following by the schema and field definitions along with it below:</a:t>
            </a:r>
          </a:p>
          <a:p>
            <a:pPr marL="0" indent="0">
              <a:buNone/>
            </a:pPr>
            <a:r>
              <a:rPr lang="en-VN" sz="1200" dirty="0">
                <a:solidFill>
                  <a:schemeClr val="tx2"/>
                </a:solidFill>
              </a:rPr>
              <a:t>Fullname: </a:t>
            </a:r>
            <a:endParaRPr lang="en-US" sz="1200" dirty="0">
              <a:solidFill>
                <a:schemeClr val="tx2"/>
              </a:solidFill>
            </a:endParaRPr>
          </a:p>
          <a:p>
            <a:pPr>
              <a:buFontTx/>
              <a:buChar char="-"/>
            </a:pPr>
            <a:r>
              <a:rPr lang="en-US" sz="1200" dirty="0">
                <a:solidFill>
                  <a:schemeClr val="tx2"/>
                </a:solidFill>
              </a:rPr>
              <a:t>I</a:t>
            </a:r>
            <a:r>
              <a:rPr lang="en-VN" sz="1200" dirty="0">
                <a:solidFill>
                  <a:schemeClr val="tx2"/>
                </a:solidFill>
              </a:rPr>
              <a:t>t refers to name of the person being mentione</a:t>
            </a:r>
            <a:r>
              <a:rPr lang="en-US" sz="1200" dirty="0">
                <a:solidFill>
                  <a:schemeClr val="tx2"/>
                </a:solidFill>
              </a:rPr>
              <a:t> in the source text</a:t>
            </a:r>
            <a:r>
              <a:rPr lang="en-VN" sz="1200" dirty="0">
                <a:solidFill>
                  <a:schemeClr val="tx2"/>
                </a:solidFill>
              </a:rPr>
              <a:t>. </a:t>
            </a:r>
            <a:endParaRPr lang="en-US" sz="1200" dirty="0">
              <a:solidFill>
                <a:schemeClr val="tx2"/>
              </a:solidFill>
            </a:endParaRPr>
          </a:p>
          <a:p>
            <a:pPr>
              <a:buFontTx/>
              <a:buChar char="-"/>
            </a:pPr>
            <a:r>
              <a:rPr lang="en-VN" sz="1200" dirty="0">
                <a:solidFill>
                  <a:schemeClr val="tx2"/>
                </a:solidFill>
              </a:rPr>
              <a:t>You have to follow this structure of full name: </a:t>
            </a:r>
            <a:endParaRPr lang="en-US" sz="1200" dirty="0">
              <a:solidFill>
                <a:schemeClr val="tx2"/>
              </a:solidFill>
            </a:endParaRPr>
          </a:p>
          <a:p>
            <a:pPr lvl="1">
              <a:buFontTx/>
              <a:buChar char="-"/>
            </a:pPr>
            <a:r>
              <a:rPr lang="en-VN" sz="1200" dirty="0">
                <a:solidFill>
                  <a:schemeClr val="tx2"/>
                </a:solidFill>
              </a:rPr>
              <a:t>middle name +</a:t>
            </a:r>
            <a:r>
              <a:rPr lang="en-US" sz="1200" dirty="0">
                <a:solidFill>
                  <a:schemeClr val="tx2"/>
                </a:solidFill>
              </a:rPr>
              <a:t> given</a:t>
            </a:r>
            <a:r>
              <a:rPr lang="en-VN" sz="1200" dirty="0">
                <a:solidFill>
                  <a:schemeClr val="tx2"/>
                </a:solidFill>
              </a:rPr>
              <a:t> name + surname </a:t>
            </a:r>
            <a:endParaRPr lang="en-US" sz="1200" dirty="0">
              <a:solidFill>
                <a:schemeClr val="tx2"/>
              </a:solidFill>
            </a:endParaRPr>
          </a:p>
          <a:p>
            <a:pPr lvl="1">
              <a:buFontTx/>
              <a:buChar char="-"/>
            </a:pPr>
            <a:r>
              <a:rPr lang="en-US" sz="1200" dirty="0">
                <a:solidFill>
                  <a:schemeClr val="tx2"/>
                </a:solidFill>
              </a:rPr>
              <a:t>Given </a:t>
            </a:r>
            <a:r>
              <a:rPr lang="en-VN" sz="1200" dirty="0">
                <a:solidFill>
                  <a:schemeClr val="tx2"/>
                </a:solidFill>
              </a:rPr>
              <a:t>name + surname. </a:t>
            </a:r>
            <a:endParaRPr lang="en-US" sz="1200" dirty="0">
              <a:solidFill>
                <a:schemeClr val="tx2"/>
              </a:solidFill>
            </a:endParaRPr>
          </a:p>
          <a:p>
            <a:pPr>
              <a:buFontTx/>
              <a:buChar char="-"/>
            </a:pPr>
            <a:r>
              <a:rPr lang="en-VN" sz="1200" dirty="0">
                <a:solidFill>
                  <a:schemeClr val="tx2"/>
                </a:solidFill>
              </a:rPr>
              <a:t>If you can’t detect the person’s name, please return “Unknown”.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080B10-6F59-244C-20A9-97443CE4E937}"/>
              </a:ext>
            </a:extLst>
          </p:cNvPr>
          <p:cNvSpPr txBox="1">
            <a:spLocks/>
          </p:cNvSpPr>
          <p:nvPr/>
        </p:nvSpPr>
        <p:spPr>
          <a:xfrm>
            <a:off x="6172200" y="4094809"/>
            <a:ext cx="5221224" cy="1668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 sz="1400" dirty="0">
                <a:solidFill>
                  <a:schemeClr val="tx2"/>
                </a:solidFill>
              </a:rPr>
              <a:t>You are an analyst expert, your job is to detect all information detail following by the schema and field definitions along with it below: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sz="1400" dirty="0">
                <a:solidFill>
                  <a:schemeClr val="tx2"/>
                </a:solidFill>
              </a:rPr>
              <a:t>Fullname: it refers to name of the person being mentioned.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9B41F1A-65C5-0C79-E424-AFCC1469C3B5}"/>
              </a:ext>
            </a:extLst>
          </p:cNvPr>
          <p:cNvSpPr txBox="1">
            <a:spLocks/>
          </p:cNvSpPr>
          <p:nvPr/>
        </p:nvSpPr>
        <p:spPr>
          <a:xfrm>
            <a:off x="8317192" y="3330088"/>
            <a:ext cx="691886" cy="4677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1800" b="1" dirty="0" err="1">
                <a:solidFill>
                  <a:schemeClr val="tx2"/>
                </a:solidFill>
              </a:rPr>
              <a:t>v.s</a:t>
            </a:r>
            <a:r>
              <a:rPr lang="en-AU" sz="1800" b="1" dirty="0">
                <a:solidFill>
                  <a:schemeClr val="tx2"/>
                </a:solidFill>
              </a:rPr>
              <a:t>.</a:t>
            </a:r>
            <a:endParaRPr lang="en-VN" sz="1800" b="1">
              <a:solidFill>
                <a:schemeClr val="tx2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AD2942B-994A-C9B5-E2AD-5D99985C0A28}"/>
              </a:ext>
            </a:extLst>
          </p:cNvPr>
          <p:cNvSpPr txBox="1">
            <a:spLocks/>
          </p:cNvSpPr>
          <p:nvPr/>
        </p:nvSpPr>
        <p:spPr>
          <a:xfrm>
            <a:off x="6172200" y="457200"/>
            <a:ext cx="5221224" cy="3864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1800" b="1" dirty="0">
                <a:solidFill>
                  <a:schemeClr val="accent3"/>
                </a:solidFill>
              </a:rPr>
              <a:t>Good</a:t>
            </a:r>
            <a:endParaRPr lang="en-VN" sz="1800" b="1" dirty="0">
              <a:solidFill>
                <a:schemeClr val="accent3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F467D1E-64AB-C5BB-D8E1-396647E201D8}"/>
              </a:ext>
            </a:extLst>
          </p:cNvPr>
          <p:cNvSpPr txBox="1">
            <a:spLocks/>
          </p:cNvSpPr>
          <p:nvPr/>
        </p:nvSpPr>
        <p:spPr>
          <a:xfrm>
            <a:off x="6172200" y="3627100"/>
            <a:ext cx="5221224" cy="3864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1800" b="1" dirty="0">
                <a:solidFill>
                  <a:srgbClr val="C00000"/>
                </a:solidFill>
              </a:rPr>
              <a:t>Bad</a:t>
            </a:r>
            <a:endParaRPr lang="en-VN" sz="1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1241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79DC22E-15EF-FB9C-DB21-DFF11D4878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621" b="1"/>
          <a:stretch>
            <a:fillRect/>
          </a:stretch>
        </p:blipFill>
        <p:spPr>
          <a:xfrm>
            <a:off x="0" y="0"/>
            <a:ext cx="12198588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556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B32D0E-D091-BAEE-0473-FBE1ED3FD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Agent tracing #1 – Handoffs, tool calls, metadata</a:t>
            </a:r>
            <a:endParaRPr lang="en-US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Content Placeholder 4" descr="A black rectangular object with a black line&#10;&#10;AI-generated content may be incorrect.">
            <a:extLst>
              <a:ext uri="{FF2B5EF4-FFF2-40B4-BE49-F238E27FC236}">
                <a16:creationId xmlns:a16="http://schemas.microsoft.com/office/drawing/2014/main" id="{05520C19-6D1F-9D6C-C7AB-C5D733E517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724" b="1"/>
          <a:stretch>
            <a:fillRect/>
          </a:stretch>
        </p:blipFill>
        <p:spPr>
          <a:xfrm>
            <a:off x="643467" y="2065664"/>
            <a:ext cx="10905066" cy="361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5791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70E31D-3256-948A-5D7C-659E5C6D0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Agent </a:t>
            </a:r>
            <a:r>
              <a:rPr lang="en-US" sz="3200" dirty="0">
                <a:solidFill>
                  <a:schemeClr val="bg1"/>
                </a:solidFill>
              </a:rPr>
              <a:t>tracing #2 – </a:t>
            </a:r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Input/Output Monitoring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6EE969-65D0-7263-F000-DA360DCD1C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2400142"/>
            <a:ext cx="10905066" cy="2944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987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9EA2CA-11F9-CB86-4C06-0FE0B7D16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Cost Tracking</a:t>
            </a:r>
          </a:p>
        </p:txBody>
      </p:sp>
      <p:pic>
        <p:nvPicPr>
          <p:cNvPr id="5" name="Content Placeholder 4" descr="A black and purple rectangles&#10;&#10;AI-generated content may be incorrect.">
            <a:extLst>
              <a:ext uri="{FF2B5EF4-FFF2-40B4-BE49-F238E27FC236}">
                <a16:creationId xmlns:a16="http://schemas.microsoft.com/office/drawing/2014/main" id="{220F2560-FE2D-C24F-6FFB-26C70AD9F1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3467" y="2018465"/>
            <a:ext cx="10905066" cy="3707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816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A4DFC6-3CD5-F1FA-1436-6040291AF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>
            <a:normAutofit/>
          </a:bodyPr>
          <a:lstStyle/>
          <a:p>
            <a:pPr algn="ctr"/>
            <a:r>
              <a:rPr lang="en-VN" sz="5200"/>
              <a:t>Network Graph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B505F38-A0CA-9C3F-3855-EC50A3116C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98452768"/>
              </p:ext>
            </p:extLst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32954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00E5EB-22B1-47D9-B189-D1A7B1798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Define Relationship Progression</a:t>
            </a:r>
            <a:endParaRPr lang="en-US" sz="36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7D925E6A-206E-1A21-D22A-C0EED37741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316" y="1224108"/>
            <a:ext cx="6780700" cy="440745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78450-0F82-11CA-4EFC-DA40EAA72BC5}"/>
              </a:ext>
            </a:extLst>
          </p:cNvPr>
          <p:cNvSpPr txBox="1">
            <a:spLocks/>
          </p:cNvSpPr>
          <p:nvPr/>
        </p:nvSpPr>
        <p:spPr>
          <a:xfrm>
            <a:off x="5002967" y="4651010"/>
            <a:ext cx="2500745" cy="21528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dirty="0" err="1"/>
              <a:t>personal_information</a:t>
            </a:r>
            <a:r>
              <a:rPr lang="en-US" sz="1200" dirty="0"/>
              <a:t> =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	</a:t>
            </a:r>
            <a:r>
              <a:rPr lang="en-US" sz="1200" dirty="0" err="1"/>
              <a:t>full_name</a:t>
            </a:r>
            <a:r>
              <a:rPr lang="en-US" sz="1200" dirty="0"/>
              <a:t>: str</a:t>
            </a:r>
            <a:r>
              <a:rPr lang="en-VN" sz="1200"/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sz="1200"/>
              <a:t>	age: int,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sz="1200"/>
              <a:t>	email: str,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sz="1200"/>
              <a:t>	address: str,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sz="1200"/>
              <a:t>	phone_number: str,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sz="1200"/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0846C9CE-DBB6-CAF2-C9A6-9E05B1C482B4}"/>
              </a:ext>
            </a:extLst>
          </p:cNvPr>
          <p:cNvSpPr/>
          <p:nvPr/>
        </p:nvSpPr>
        <p:spPr>
          <a:xfrm rot="5400000">
            <a:off x="5988114" y="3446695"/>
            <a:ext cx="215772" cy="19198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63F4F51-65E0-75A8-7C8E-3AE742182B47}"/>
              </a:ext>
            </a:extLst>
          </p:cNvPr>
          <p:cNvCxnSpPr>
            <a:cxnSpLocks/>
          </p:cNvCxnSpPr>
          <p:nvPr/>
        </p:nvCxnSpPr>
        <p:spPr>
          <a:xfrm flipH="1">
            <a:off x="6137565" y="3837709"/>
            <a:ext cx="623453" cy="4194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6529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71BAFC-8E73-9454-4EED-B3BD85A94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VN" sz="5400"/>
              <a:t>Network Analysis</a:t>
            </a:r>
          </a:p>
        </p:txBody>
      </p:sp>
      <p:sp>
        <p:nvSpPr>
          <p:cNvPr id="6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51E254D-0A5B-EF5D-6F2D-7F6BD83FA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7"/>
            <a:ext cx="3992822" cy="3869637"/>
          </a:xfrm>
        </p:spPr>
        <p:txBody>
          <a:bodyPr anchor="t">
            <a:normAutofit/>
          </a:bodyPr>
          <a:lstStyle/>
          <a:p>
            <a:r>
              <a:rPr lang="en-US" sz="2200" dirty="0"/>
              <a:t>Clustering-area detection.</a:t>
            </a:r>
          </a:p>
          <a:p>
            <a:pPr lvl="1"/>
            <a:r>
              <a:rPr lang="en-US" sz="1800" dirty="0"/>
              <a:t>Who or what is most central/important?</a:t>
            </a:r>
          </a:p>
          <a:p>
            <a:pPr lvl="1"/>
            <a:r>
              <a:rPr lang="en-US" sz="1800" dirty="0"/>
              <a:t>Can also consider e.g., subgraph/community detection, centrality measures, clustering coefficient</a:t>
            </a:r>
          </a:p>
          <a:p>
            <a:r>
              <a:rPr lang="en-US" sz="2200" dirty="0"/>
              <a:t>Filtering by given options.</a:t>
            </a:r>
          </a:p>
          <a:p>
            <a:pPr lvl="1"/>
            <a:r>
              <a:rPr lang="en-US" sz="1800" dirty="0"/>
              <a:t>E.g., topics/themes, crime type, etc.</a:t>
            </a:r>
          </a:p>
        </p:txBody>
      </p:sp>
      <p:pic>
        <p:nvPicPr>
          <p:cNvPr id="7" name="Picture 6" descr="A colorful lines and dots&#10;&#10;AI-generated content may be incorrect.">
            <a:extLst>
              <a:ext uri="{FF2B5EF4-FFF2-40B4-BE49-F238E27FC236}">
                <a16:creationId xmlns:a16="http://schemas.microsoft.com/office/drawing/2014/main" id="{0933DE04-179C-2F6C-3FF6-3E0875BD30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9000"/>
                    </a14:imgEffect>
                    <a14:imgEffect>
                      <a14:brightnessContrast contrast="-21000"/>
                    </a14:imgEffect>
                  </a14:imgLayer>
                </a14:imgProps>
              </a:ext>
            </a:extLst>
          </a:blip>
          <a:srcRect l="25952" r="21392" b="1"/>
          <a:stretch>
            <a:fillRect/>
          </a:stretch>
        </p:blipFill>
        <p:spPr>
          <a:xfrm>
            <a:off x="5678803" y="640080"/>
            <a:ext cx="4854706" cy="557784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041842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BCA9F12-441B-4ED9-8306-FC04637A83CE}">
  <we:reference id="a3b40b4f-8edf-490e-9df1-7e66f93912bf" version="1.2.0.0" store="EXCatalog" storeType="EXCatalog"/>
  <we:alternateReferences>
    <we:reference id="WA104380526" version="1.2.0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2250</TotalTime>
  <Words>1272</Words>
  <Application>Microsoft Macintosh PowerPoint</Application>
  <PresentationFormat>Widescreen</PresentationFormat>
  <Paragraphs>197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Calibri Light</vt:lpstr>
      <vt:lpstr>DM Sans</vt:lpstr>
      <vt:lpstr>Google Sans</vt:lpstr>
      <vt:lpstr>Now Bold</vt:lpstr>
      <vt:lpstr>Wingdings</vt:lpstr>
      <vt:lpstr>Office Theme</vt:lpstr>
      <vt:lpstr>1_Office Theme</vt:lpstr>
      <vt:lpstr>2_Office Theme</vt:lpstr>
      <vt:lpstr>PowerPoint Presentation</vt:lpstr>
      <vt:lpstr>Acknowledgement to Country</vt:lpstr>
      <vt:lpstr>The research problem / motivation</vt:lpstr>
      <vt:lpstr>Semantic Automation</vt:lpstr>
      <vt:lpstr>PowerPoint Presentation</vt:lpstr>
      <vt:lpstr>Schema</vt:lpstr>
      <vt:lpstr>Schema example (with data type specification)</vt:lpstr>
      <vt:lpstr>OpenAI agent SDK</vt:lpstr>
      <vt:lpstr>Instructions &amp; Prompting</vt:lpstr>
      <vt:lpstr>PowerPoint Presentation</vt:lpstr>
      <vt:lpstr>Agent tracing #1 – Handoffs, tool calls, metadata</vt:lpstr>
      <vt:lpstr>Agent tracing #2 – Input/Output Monitoring</vt:lpstr>
      <vt:lpstr>Cost Tracking</vt:lpstr>
      <vt:lpstr>Network Graph</vt:lpstr>
      <vt:lpstr>Define Relationship Progression</vt:lpstr>
      <vt:lpstr>Network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Nguyen</dc:creator>
  <cp:lastModifiedBy>Steve Bickley</cp:lastModifiedBy>
  <cp:revision>12</cp:revision>
  <dcterms:created xsi:type="dcterms:W3CDTF">2026-07-27T04:58:54Z</dcterms:created>
  <dcterms:modified xsi:type="dcterms:W3CDTF">2026-08-02T22:50:00Z</dcterms:modified>
</cp:coreProperties>
</file>